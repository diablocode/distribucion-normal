
<file path=[Content_Types].xml><?xml version="1.0" encoding="utf-8"?>
<Types xmlns="http://schemas.openxmlformats.org/package/2006/content-types">
  <Default Extension="jpeg" ContentType="image/jpeg"/>
  <Default Extension="org&amp;utm_campaign=parser&amp;utm_content=thumbnail" ContentType="image/pn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58" r:id="rId4"/>
  </p:sldMasterIdLst>
  <p:notesMasterIdLst>
    <p:notesMasterId r:id="rId17"/>
  </p:notesMasterIdLst>
  <p:handoutMasterIdLst>
    <p:handoutMasterId r:id="rId18"/>
  </p:handoutMasterIdLst>
  <p:sldIdLst>
    <p:sldId id="410" r:id="rId5"/>
    <p:sldId id="408" r:id="rId6"/>
    <p:sldId id="411" r:id="rId7"/>
    <p:sldId id="413" r:id="rId8"/>
    <p:sldId id="414" r:id="rId9"/>
    <p:sldId id="415" r:id="rId10"/>
    <p:sldId id="418" r:id="rId11"/>
    <p:sldId id="412" r:id="rId12"/>
    <p:sldId id="416" r:id="rId13"/>
    <p:sldId id="417" r:id="rId14"/>
    <p:sldId id="419" r:id="rId15"/>
    <p:sldId id="420" r:id="rId16"/>
  </p:sldIdLst>
  <p:sldSz cx="12192000" cy="6858000"/>
  <p:notesSz cx="6858000" cy="9144000"/>
  <p:defaultTextStyle>
    <a:defPPr rtl="0">
      <a:defRPr lang="es-ES"/>
    </a:defPPr>
    <a:lvl1pPr marL="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048333-A5EF-4C6A-9F9D-C0D9DA0BD8D5}" v="15" dt="2026-10-07T00:13:29.449"/>
  </p1510:revLst>
</p1510:revInfo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229" autoAdjust="0"/>
  </p:normalViewPr>
  <p:slideViewPr>
    <p:cSldViewPr snapToGrid="0">
      <p:cViewPr varScale="1">
        <p:scale>
          <a:sx n="108" d="100"/>
          <a:sy n="108" d="100"/>
        </p:scale>
        <p:origin x="78" y="1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howGuides="1">
      <p:cViewPr varScale="1">
        <p:scale>
          <a:sx n="97" d="100"/>
          <a:sy n="97" d="100"/>
        </p:scale>
        <p:origin x="2868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handoutMaster" Target="handoutMasters/handoutMaster1.xml"/><Relationship Id="rId26" Type="http://schemas.microsoft.com/office/2018/10/relationships/authors" Target="authors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LES GOMEZ, JUAN JOSE" userId="afdf601a-5e75-490b-b8c3-4050b5964236" providerId="ADAL" clId="{E03F6EB1-0027-4B26-B970-24ACAD56A449}"/>
    <pc:docChg chg="custSel addSld delSld modSld">
      <pc:chgData name="ROBLES GOMEZ, JUAN JOSE" userId="afdf601a-5e75-490b-b8c3-4050b5964236" providerId="ADAL" clId="{E03F6EB1-0027-4B26-B970-24ACAD56A449}" dt="2026-10-07T00:13:57.870" v="559" actId="1076"/>
      <pc:docMkLst>
        <pc:docMk/>
      </pc:docMkLst>
      <pc:sldChg chg="del">
        <pc:chgData name="ROBLES GOMEZ, JUAN JOSE" userId="afdf601a-5e75-490b-b8c3-4050b5964236" providerId="ADAL" clId="{E03F6EB1-0027-4B26-B970-24ACAD56A449}" dt="2026-10-06T23:51:56.161" v="457" actId="47"/>
        <pc:sldMkLst>
          <pc:docMk/>
          <pc:sldMk cId="4261132419" sldId="398"/>
        </pc:sldMkLst>
      </pc:sldChg>
      <pc:sldChg chg="del">
        <pc:chgData name="ROBLES GOMEZ, JUAN JOSE" userId="afdf601a-5e75-490b-b8c3-4050b5964236" providerId="ADAL" clId="{E03F6EB1-0027-4B26-B970-24ACAD56A449}" dt="2026-10-06T23:51:56.161" v="457" actId="47"/>
        <pc:sldMkLst>
          <pc:docMk/>
          <pc:sldMk cId="752428618" sldId="403"/>
        </pc:sldMkLst>
      </pc:sldChg>
      <pc:sldChg chg="del">
        <pc:chgData name="ROBLES GOMEZ, JUAN JOSE" userId="afdf601a-5e75-490b-b8c3-4050b5964236" providerId="ADAL" clId="{E03F6EB1-0027-4B26-B970-24ACAD56A449}" dt="2026-10-06T23:51:56.161" v="457" actId="47"/>
        <pc:sldMkLst>
          <pc:docMk/>
          <pc:sldMk cId="1850768898" sldId="404"/>
        </pc:sldMkLst>
      </pc:sldChg>
      <pc:sldChg chg="del">
        <pc:chgData name="ROBLES GOMEZ, JUAN JOSE" userId="afdf601a-5e75-490b-b8c3-4050b5964236" providerId="ADAL" clId="{E03F6EB1-0027-4B26-B970-24ACAD56A449}" dt="2026-10-06T23:51:56.161" v="457" actId="47"/>
        <pc:sldMkLst>
          <pc:docMk/>
          <pc:sldMk cId="4127695141" sldId="405"/>
        </pc:sldMkLst>
      </pc:sldChg>
      <pc:sldChg chg="del">
        <pc:chgData name="ROBLES GOMEZ, JUAN JOSE" userId="afdf601a-5e75-490b-b8c3-4050b5964236" providerId="ADAL" clId="{E03F6EB1-0027-4B26-B970-24ACAD56A449}" dt="2026-10-06T23:51:56.161" v="457" actId="47"/>
        <pc:sldMkLst>
          <pc:docMk/>
          <pc:sldMk cId="298364507" sldId="406"/>
        </pc:sldMkLst>
      </pc:sldChg>
      <pc:sldChg chg="del">
        <pc:chgData name="ROBLES GOMEZ, JUAN JOSE" userId="afdf601a-5e75-490b-b8c3-4050b5964236" providerId="ADAL" clId="{E03F6EB1-0027-4B26-B970-24ACAD56A449}" dt="2026-10-06T23:51:56.161" v="457" actId="47"/>
        <pc:sldMkLst>
          <pc:docMk/>
          <pc:sldMk cId="3088225330" sldId="407"/>
        </pc:sldMkLst>
      </pc:sldChg>
      <pc:sldChg chg="addSp modSp mod">
        <pc:chgData name="ROBLES GOMEZ, JUAN JOSE" userId="afdf601a-5e75-490b-b8c3-4050b5964236" providerId="ADAL" clId="{E03F6EB1-0027-4B26-B970-24ACAD56A449}" dt="2026-10-06T23:52:41.929" v="489" actId="1076"/>
        <pc:sldMkLst>
          <pc:docMk/>
          <pc:sldMk cId="3390304222" sldId="410"/>
        </pc:sldMkLst>
        <pc:spChg chg="add mod">
          <ac:chgData name="ROBLES GOMEZ, JUAN JOSE" userId="afdf601a-5e75-490b-b8c3-4050b5964236" providerId="ADAL" clId="{E03F6EB1-0027-4B26-B970-24ACAD56A449}" dt="2026-10-06T23:52:41.929" v="489" actId="1076"/>
          <ac:spMkLst>
            <pc:docMk/>
            <pc:sldMk cId="3390304222" sldId="410"/>
            <ac:spMk id="3" creationId="{D9DA48D4-B09D-1E6C-2363-8349FD6E6080}"/>
          </ac:spMkLst>
        </pc:spChg>
      </pc:sldChg>
      <pc:sldChg chg="del">
        <pc:chgData name="ROBLES GOMEZ, JUAN JOSE" userId="afdf601a-5e75-490b-b8c3-4050b5964236" providerId="ADAL" clId="{E03F6EB1-0027-4B26-B970-24ACAD56A449}" dt="2026-10-06T23:52:59.379" v="490" actId="2696"/>
        <pc:sldMkLst>
          <pc:docMk/>
          <pc:sldMk cId="1853342950" sldId="412"/>
        </pc:sldMkLst>
      </pc:sldChg>
      <pc:sldChg chg="add">
        <pc:chgData name="ROBLES GOMEZ, JUAN JOSE" userId="afdf601a-5e75-490b-b8c3-4050b5964236" providerId="ADAL" clId="{E03F6EB1-0027-4B26-B970-24ACAD56A449}" dt="2026-10-06T23:53:07.045" v="491"/>
        <pc:sldMkLst>
          <pc:docMk/>
          <pc:sldMk cId="2670174369" sldId="412"/>
        </pc:sldMkLst>
      </pc:sldChg>
      <pc:sldChg chg="add">
        <pc:chgData name="ROBLES GOMEZ, JUAN JOSE" userId="afdf601a-5e75-490b-b8c3-4050b5964236" providerId="ADAL" clId="{E03F6EB1-0027-4B26-B970-24ACAD56A449}" dt="2026-10-06T23:26:14.596" v="1"/>
        <pc:sldMkLst>
          <pc:docMk/>
          <pc:sldMk cId="1390068672" sldId="413"/>
        </pc:sldMkLst>
      </pc:sldChg>
      <pc:sldChg chg="del">
        <pc:chgData name="ROBLES GOMEZ, JUAN JOSE" userId="afdf601a-5e75-490b-b8c3-4050b5964236" providerId="ADAL" clId="{E03F6EB1-0027-4B26-B970-24ACAD56A449}" dt="2026-10-06T23:26:08.526" v="0" actId="2696"/>
        <pc:sldMkLst>
          <pc:docMk/>
          <pc:sldMk cId="2037123127" sldId="413"/>
        </pc:sldMkLst>
      </pc:sldChg>
      <pc:sldChg chg="addSp delSp modSp add mod">
        <pc:chgData name="ROBLES GOMEZ, JUAN JOSE" userId="afdf601a-5e75-490b-b8c3-4050b5964236" providerId="ADAL" clId="{E03F6EB1-0027-4B26-B970-24ACAD56A449}" dt="2026-10-06T23:29:49.797" v="53" actId="2165"/>
        <pc:sldMkLst>
          <pc:docMk/>
          <pc:sldMk cId="36906608" sldId="414"/>
        </pc:sldMkLst>
        <pc:spChg chg="mod">
          <ac:chgData name="ROBLES GOMEZ, JUAN JOSE" userId="afdf601a-5e75-490b-b8c3-4050b5964236" providerId="ADAL" clId="{E03F6EB1-0027-4B26-B970-24ACAD56A449}" dt="2026-10-06T23:28:03.877" v="41" actId="20577"/>
          <ac:spMkLst>
            <pc:docMk/>
            <pc:sldMk cId="36906608" sldId="414"/>
            <ac:spMk id="2" creationId="{4F228AF9-6791-E513-EEE6-B459DC0B33F0}"/>
          </ac:spMkLst>
        </pc:spChg>
        <pc:graphicFrameChg chg="add mod modGraphic">
          <ac:chgData name="ROBLES GOMEZ, JUAN JOSE" userId="afdf601a-5e75-490b-b8c3-4050b5964236" providerId="ADAL" clId="{E03F6EB1-0027-4B26-B970-24ACAD56A449}" dt="2026-10-06T23:29:49.797" v="53" actId="2165"/>
          <ac:graphicFrameMkLst>
            <pc:docMk/>
            <pc:sldMk cId="36906608" sldId="414"/>
            <ac:graphicFrameMk id="3" creationId="{4124925B-1D82-9FF8-518F-FE7A1180618C}"/>
          </ac:graphicFrameMkLst>
        </pc:graphicFrameChg>
        <pc:picChg chg="del">
          <ac:chgData name="ROBLES GOMEZ, JUAN JOSE" userId="afdf601a-5e75-490b-b8c3-4050b5964236" providerId="ADAL" clId="{E03F6EB1-0027-4B26-B970-24ACAD56A449}" dt="2026-10-06T23:28:11.496" v="42" actId="478"/>
          <ac:picMkLst>
            <pc:docMk/>
            <pc:sldMk cId="36906608" sldId="414"/>
            <ac:picMk id="12" creationId="{09803CBD-3C99-0BE1-B0D1-D6B5AE1DF877}"/>
          </ac:picMkLst>
        </pc:picChg>
      </pc:sldChg>
      <pc:sldChg chg="addSp delSp modSp add mod">
        <pc:chgData name="ROBLES GOMEZ, JUAN JOSE" userId="afdf601a-5e75-490b-b8c3-4050b5964236" providerId="ADAL" clId="{E03F6EB1-0027-4B26-B970-24ACAD56A449}" dt="2026-10-06T23:50:54.678" v="456" actId="113"/>
        <pc:sldMkLst>
          <pc:docMk/>
          <pc:sldMk cId="1198708116" sldId="415"/>
        </pc:sldMkLst>
        <pc:spChg chg="mod">
          <ac:chgData name="ROBLES GOMEZ, JUAN JOSE" userId="afdf601a-5e75-490b-b8c3-4050b5964236" providerId="ADAL" clId="{E03F6EB1-0027-4B26-B970-24ACAD56A449}" dt="2026-10-06T23:47:11.764" v="156" actId="20577"/>
          <ac:spMkLst>
            <pc:docMk/>
            <pc:sldMk cId="1198708116" sldId="415"/>
            <ac:spMk id="2" creationId="{308BBFE7-04F3-B2AA-D11F-33532478DAEE}"/>
          </ac:spMkLst>
        </pc:spChg>
        <pc:spChg chg="add mod">
          <ac:chgData name="ROBLES GOMEZ, JUAN JOSE" userId="afdf601a-5e75-490b-b8c3-4050b5964236" providerId="ADAL" clId="{E03F6EB1-0027-4B26-B970-24ACAD56A449}" dt="2026-10-06T23:50:54.678" v="456" actId="113"/>
          <ac:spMkLst>
            <pc:docMk/>
            <pc:sldMk cId="1198708116" sldId="415"/>
            <ac:spMk id="6" creationId="{3C450DEF-3881-A511-0816-53CADB368AA8}"/>
          </ac:spMkLst>
        </pc:spChg>
        <pc:graphicFrameChg chg="del">
          <ac:chgData name="ROBLES GOMEZ, JUAN JOSE" userId="afdf601a-5e75-490b-b8c3-4050b5964236" providerId="ADAL" clId="{E03F6EB1-0027-4B26-B970-24ACAD56A449}" dt="2026-10-06T23:31:46.726" v="58" actId="478"/>
          <ac:graphicFrameMkLst>
            <pc:docMk/>
            <pc:sldMk cId="1198708116" sldId="415"/>
            <ac:graphicFrameMk id="3" creationId="{E01271FE-3E1C-4AAE-96FF-802410C45904}"/>
          </ac:graphicFrameMkLst>
        </pc:graphicFrameChg>
        <pc:graphicFrameChg chg="add del mod modGraphic">
          <ac:chgData name="ROBLES GOMEZ, JUAN JOSE" userId="afdf601a-5e75-490b-b8c3-4050b5964236" providerId="ADAL" clId="{E03F6EB1-0027-4B26-B970-24ACAD56A449}" dt="2026-10-06T23:47:04.800" v="141" actId="478"/>
          <ac:graphicFrameMkLst>
            <pc:docMk/>
            <pc:sldMk cId="1198708116" sldId="415"/>
            <ac:graphicFrameMk id="5" creationId="{8FAF249B-7587-E2C1-3773-8C0FD3BA90C1}"/>
          </ac:graphicFrameMkLst>
        </pc:graphicFrameChg>
      </pc:sldChg>
      <pc:sldChg chg="addSp delSp modSp add mod">
        <pc:chgData name="ROBLES GOMEZ, JUAN JOSE" userId="afdf601a-5e75-490b-b8c3-4050b5964236" providerId="ADAL" clId="{E03F6EB1-0027-4B26-B970-24ACAD56A449}" dt="2026-10-06T23:36:32.703" v="111" actId="1076"/>
        <pc:sldMkLst>
          <pc:docMk/>
          <pc:sldMk cId="1362204143" sldId="416"/>
        </pc:sldMkLst>
        <pc:spChg chg="mod">
          <ac:chgData name="ROBLES GOMEZ, JUAN JOSE" userId="afdf601a-5e75-490b-b8c3-4050b5964236" providerId="ADAL" clId="{E03F6EB1-0027-4B26-B970-24ACAD56A449}" dt="2026-10-06T23:36:22.448" v="107" actId="20577"/>
          <ac:spMkLst>
            <pc:docMk/>
            <pc:sldMk cId="1362204143" sldId="416"/>
            <ac:spMk id="2" creationId="{A6637867-75D4-E97C-F3AA-A8D5FE47F9FA}"/>
          </ac:spMkLst>
        </pc:spChg>
        <pc:graphicFrameChg chg="del">
          <ac:chgData name="ROBLES GOMEZ, JUAN JOSE" userId="afdf601a-5e75-490b-b8c3-4050b5964236" providerId="ADAL" clId="{E03F6EB1-0027-4B26-B970-24ACAD56A449}" dt="2026-10-06T23:36:27.695" v="108" actId="478"/>
          <ac:graphicFrameMkLst>
            <pc:docMk/>
            <pc:sldMk cId="1362204143" sldId="416"/>
            <ac:graphicFrameMk id="5" creationId="{E6E88D70-4E7A-D40C-DBFB-9FE7FC0E5F42}"/>
          </ac:graphicFrameMkLst>
        </pc:graphicFrameChg>
        <pc:picChg chg="add mod">
          <ac:chgData name="ROBLES GOMEZ, JUAN JOSE" userId="afdf601a-5e75-490b-b8c3-4050b5964236" providerId="ADAL" clId="{E03F6EB1-0027-4B26-B970-24ACAD56A449}" dt="2026-10-06T23:36:32.703" v="111" actId="1076"/>
          <ac:picMkLst>
            <pc:docMk/>
            <pc:sldMk cId="1362204143" sldId="416"/>
            <ac:picMk id="3" creationId="{F5DF3B36-F67B-F806-DEC8-F74BB47B7C1E}"/>
          </ac:picMkLst>
        </pc:picChg>
      </pc:sldChg>
      <pc:sldChg chg="addSp delSp modSp add mod">
        <pc:chgData name="ROBLES GOMEZ, JUAN JOSE" userId="afdf601a-5e75-490b-b8c3-4050b5964236" providerId="ADAL" clId="{E03F6EB1-0027-4B26-B970-24ACAD56A449}" dt="2026-10-06T23:38:03.262" v="139" actId="1076"/>
        <pc:sldMkLst>
          <pc:docMk/>
          <pc:sldMk cId="3500938561" sldId="417"/>
        </pc:sldMkLst>
        <pc:spChg chg="mod">
          <ac:chgData name="ROBLES GOMEZ, JUAN JOSE" userId="afdf601a-5e75-490b-b8c3-4050b5964236" providerId="ADAL" clId="{E03F6EB1-0027-4B26-B970-24ACAD56A449}" dt="2026-10-06T23:37:36.332" v="136" actId="20577"/>
          <ac:spMkLst>
            <pc:docMk/>
            <pc:sldMk cId="3500938561" sldId="417"/>
            <ac:spMk id="2" creationId="{2A852A67-D204-F9D8-7308-8FF44DAD36A5}"/>
          </ac:spMkLst>
        </pc:spChg>
        <pc:picChg chg="del">
          <ac:chgData name="ROBLES GOMEZ, JUAN JOSE" userId="afdf601a-5e75-490b-b8c3-4050b5964236" providerId="ADAL" clId="{E03F6EB1-0027-4B26-B970-24ACAD56A449}" dt="2026-10-06T23:37:38.619" v="137" actId="478"/>
          <ac:picMkLst>
            <pc:docMk/>
            <pc:sldMk cId="3500938561" sldId="417"/>
            <ac:picMk id="3" creationId="{CF393672-1FB5-BCA9-E3F5-A27D66E0F906}"/>
          </ac:picMkLst>
        </pc:picChg>
        <pc:picChg chg="add mod">
          <ac:chgData name="ROBLES GOMEZ, JUAN JOSE" userId="afdf601a-5e75-490b-b8c3-4050b5964236" providerId="ADAL" clId="{E03F6EB1-0027-4B26-B970-24ACAD56A449}" dt="2026-10-06T23:38:03.262" v="139" actId="1076"/>
          <ac:picMkLst>
            <pc:docMk/>
            <pc:sldMk cId="3500938561" sldId="417"/>
            <ac:picMk id="6" creationId="{6CC18E06-82B7-BBA6-96FC-691F92506C94}"/>
          </ac:picMkLst>
        </pc:picChg>
      </pc:sldChg>
      <pc:sldChg chg="add">
        <pc:chgData name="ROBLES GOMEZ, JUAN JOSE" userId="afdf601a-5e75-490b-b8c3-4050b5964236" providerId="ADAL" clId="{E03F6EB1-0027-4B26-B970-24ACAD56A449}" dt="2026-10-06T23:46:58.521" v="140" actId="2890"/>
        <pc:sldMkLst>
          <pc:docMk/>
          <pc:sldMk cId="3249302601" sldId="418"/>
        </pc:sldMkLst>
      </pc:sldChg>
      <pc:sldChg chg="addSp delSp modSp add mod">
        <pc:chgData name="ROBLES GOMEZ, JUAN JOSE" userId="afdf601a-5e75-490b-b8c3-4050b5964236" providerId="ADAL" clId="{E03F6EB1-0027-4B26-B970-24ACAD56A449}" dt="2026-10-07T00:11:21.605" v="532" actId="14100"/>
        <pc:sldMkLst>
          <pc:docMk/>
          <pc:sldMk cId="3402222431" sldId="419"/>
        </pc:sldMkLst>
        <pc:spChg chg="mod">
          <ac:chgData name="ROBLES GOMEZ, JUAN JOSE" userId="afdf601a-5e75-490b-b8c3-4050b5964236" providerId="ADAL" clId="{E03F6EB1-0027-4B26-B970-24ACAD56A449}" dt="2026-10-07T00:02:16.552" v="517" actId="20577"/>
          <ac:spMkLst>
            <pc:docMk/>
            <pc:sldMk cId="3402222431" sldId="419"/>
            <ac:spMk id="2" creationId="{B7A70B02-1529-4EF1-EA26-A699629AD7FA}"/>
          </ac:spMkLst>
        </pc:spChg>
        <pc:spChg chg="add mod">
          <ac:chgData name="ROBLES GOMEZ, JUAN JOSE" userId="afdf601a-5e75-490b-b8c3-4050b5964236" providerId="ADAL" clId="{E03F6EB1-0027-4B26-B970-24ACAD56A449}" dt="2026-10-07T00:02:51.401" v="523" actId="1076"/>
          <ac:spMkLst>
            <pc:docMk/>
            <pc:sldMk cId="3402222431" sldId="419"/>
            <ac:spMk id="5" creationId="{8FECAF59-1F25-0F99-291A-A7B27B3FB75D}"/>
          </ac:spMkLst>
        </pc:spChg>
        <pc:spChg chg="add mod">
          <ac:chgData name="ROBLES GOMEZ, JUAN JOSE" userId="afdf601a-5e75-490b-b8c3-4050b5964236" providerId="ADAL" clId="{E03F6EB1-0027-4B26-B970-24ACAD56A449}" dt="2026-10-07T00:11:21.605" v="532" actId="14100"/>
          <ac:spMkLst>
            <pc:docMk/>
            <pc:sldMk cId="3402222431" sldId="419"/>
            <ac:spMk id="9" creationId="{CF823EF5-2D02-7CBA-1165-87F18336BD95}"/>
          </ac:spMkLst>
        </pc:spChg>
        <pc:spChg chg="add">
          <ac:chgData name="ROBLES GOMEZ, JUAN JOSE" userId="afdf601a-5e75-490b-b8c3-4050b5964236" providerId="ADAL" clId="{E03F6EB1-0027-4B26-B970-24ACAD56A449}" dt="2026-10-07T00:05:40.946" v="528"/>
          <ac:spMkLst>
            <pc:docMk/>
            <pc:sldMk cId="3402222431" sldId="419"/>
            <ac:spMk id="13" creationId="{2A637EBA-DB45-5AB7-16A9-DA503975D1FA}"/>
          </ac:spMkLst>
        </pc:spChg>
        <pc:graphicFrameChg chg="add mod">
          <ac:chgData name="ROBLES GOMEZ, JUAN JOSE" userId="afdf601a-5e75-490b-b8c3-4050b5964236" providerId="ADAL" clId="{E03F6EB1-0027-4B26-B970-24ACAD56A449}" dt="2026-10-07T00:05:40.946" v="528"/>
          <ac:graphicFrameMkLst>
            <pc:docMk/>
            <pc:sldMk cId="3402222431" sldId="419"/>
            <ac:graphicFrameMk id="10" creationId="{3575F59F-8797-00B5-CB24-45786AF30773}"/>
          </ac:graphicFrameMkLst>
        </pc:graphicFrameChg>
        <pc:graphicFrameChg chg="add mod">
          <ac:chgData name="ROBLES GOMEZ, JUAN JOSE" userId="afdf601a-5e75-490b-b8c3-4050b5964236" providerId="ADAL" clId="{E03F6EB1-0027-4B26-B970-24ACAD56A449}" dt="2026-10-07T00:05:40.946" v="528"/>
          <ac:graphicFrameMkLst>
            <pc:docMk/>
            <pc:sldMk cId="3402222431" sldId="419"/>
            <ac:graphicFrameMk id="11" creationId="{E2433164-13BF-0463-741D-D1009ABFAD9D}"/>
          </ac:graphicFrameMkLst>
        </pc:graphicFrameChg>
        <pc:picChg chg="del">
          <ac:chgData name="ROBLES GOMEZ, JUAN JOSE" userId="afdf601a-5e75-490b-b8c3-4050b5964236" providerId="ADAL" clId="{E03F6EB1-0027-4B26-B970-24ACAD56A449}" dt="2026-10-07T00:02:18.632" v="518" actId="478"/>
          <ac:picMkLst>
            <pc:docMk/>
            <pc:sldMk cId="3402222431" sldId="419"/>
            <ac:picMk id="6" creationId="{4928CEA2-1CBE-D1EB-223D-601680C09C69}"/>
          </ac:picMkLst>
        </pc:picChg>
      </pc:sldChg>
      <pc:sldChg chg="addSp delSp modSp add mod">
        <pc:chgData name="ROBLES GOMEZ, JUAN JOSE" userId="afdf601a-5e75-490b-b8c3-4050b5964236" providerId="ADAL" clId="{E03F6EB1-0027-4B26-B970-24ACAD56A449}" dt="2026-10-07T00:13:57.870" v="559" actId="1076"/>
        <pc:sldMkLst>
          <pc:docMk/>
          <pc:sldMk cId="3536018227" sldId="420"/>
        </pc:sldMkLst>
        <pc:spChg chg="mod">
          <ac:chgData name="ROBLES GOMEZ, JUAN JOSE" userId="afdf601a-5e75-490b-b8c3-4050b5964236" providerId="ADAL" clId="{E03F6EB1-0027-4B26-B970-24ACAD56A449}" dt="2026-10-07T00:13:02.961" v="545" actId="1076"/>
          <ac:spMkLst>
            <pc:docMk/>
            <pc:sldMk cId="3536018227" sldId="420"/>
            <ac:spMk id="2" creationId="{CE8B3398-9466-581A-ADDF-D5741A150F43}"/>
          </ac:spMkLst>
        </pc:spChg>
        <pc:spChg chg="del">
          <ac:chgData name="ROBLES GOMEZ, JUAN JOSE" userId="afdf601a-5e75-490b-b8c3-4050b5964236" providerId="ADAL" clId="{E03F6EB1-0027-4B26-B970-24ACAD56A449}" dt="2026-10-07T00:11:27.879" v="533" actId="478"/>
          <ac:spMkLst>
            <pc:docMk/>
            <pc:sldMk cId="3536018227" sldId="420"/>
            <ac:spMk id="5" creationId="{F369843F-251A-7D98-05D5-1C02FF5FBB04}"/>
          </ac:spMkLst>
        </pc:spChg>
        <pc:spChg chg="del">
          <ac:chgData name="ROBLES GOMEZ, JUAN JOSE" userId="afdf601a-5e75-490b-b8c3-4050b5964236" providerId="ADAL" clId="{E03F6EB1-0027-4B26-B970-24ACAD56A449}" dt="2026-10-07T00:05:51.388" v="530" actId="478"/>
          <ac:spMkLst>
            <pc:docMk/>
            <pc:sldMk cId="3536018227" sldId="420"/>
            <ac:spMk id="9" creationId="{633AD855-78C5-E20C-AF76-148FDC1AB35E}"/>
          </ac:spMkLst>
        </pc:spChg>
        <pc:spChg chg="add mod">
          <ac:chgData name="ROBLES GOMEZ, JUAN JOSE" userId="afdf601a-5e75-490b-b8c3-4050b5964236" providerId="ADAL" clId="{E03F6EB1-0027-4B26-B970-24ACAD56A449}" dt="2026-10-07T00:13:57.870" v="559" actId="1076"/>
          <ac:spMkLst>
            <pc:docMk/>
            <pc:sldMk cId="3536018227" sldId="420"/>
            <ac:spMk id="11" creationId="{4407F742-300A-5CF3-E3D2-54BCC0988023}"/>
          </ac:spMkLst>
        </pc:spChg>
        <pc:spChg chg="add mod">
          <ac:chgData name="ROBLES GOMEZ, JUAN JOSE" userId="afdf601a-5e75-490b-b8c3-4050b5964236" providerId="ADAL" clId="{E03F6EB1-0027-4B26-B970-24ACAD56A449}" dt="2026-10-07T00:13:54.220" v="558" actId="1076"/>
          <ac:spMkLst>
            <pc:docMk/>
            <pc:sldMk cId="3536018227" sldId="420"/>
            <ac:spMk id="12" creationId="{CF6716C1-0788-E808-3B02-AF9739E574A7}"/>
          </ac:spMkLst>
        </pc:spChg>
        <pc:graphicFrameChg chg="add mod">
          <ac:chgData name="ROBLES GOMEZ, JUAN JOSE" userId="afdf601a-5e75-490b-b8c3-4050b5964236" providerId="ADAL" clId="{E03F6EB1-0027-4B26-B970-24ACAD56A449}" dt="2026-10-07T00:13:40.725" v="555" actId="1076"/>
          <ac:graphicFrameMkLst>
            <pc:docMk/>
            <pc:sldMk cId="3536018227" sldId="420"/>
            <ac:graphicFrameMk id="3" creationId="{5DE47437-1877-DA13-D046-F2A8AEC322B2}"/>
          </ac:graphicFrameMkLst>
        </pc:graphicFrameChg>
        <pc:graphicFrameChg chg="add mod">
          <ac:chgData name="ROBLES GOMEZ, JUAN JOSE" userId="afdf601a-5e75-490b-b8c3-4050b5964236" providerId="ADAL" clId="{E03F6EB1-0027-4B26-B970-24ACAD56A449}" dt="2026-10-07T00:13:46.687" v="556" actId="1076"/>
          <ac:graphicFrameMkLst>
            <pc:docMk/>
            <pc:sldMk cId="3536018227" sldId="420"/>
            <ac:graphicFrameMk id="6" creationId="{4D405585-0931-04C2-3C91-918A1B7D84DF}"/>
          </ac:graphicFrameMkLst>
        </pc:graphicFrameChg>
        <pc:graphicFrameChg chg="del">
          <ac:chgData name="ROBLES GOMEZ, JUAN JOSE" userId="afdf601a-5e75-490b-b8c3-4050b5964236" providerId="ADAL" clId="{E03F6EB1-0027-4B26-B970-24ACAD56A449}" dt="2026-10-07T00:05:54.241" v="531" actId="478"/>
          <ac:graphicFrameMkLst>
            <pc:docMk/>
            <pc:sldMk cId="3536018227" sldId="420"/>
            <ac:graphicFrameMk id="10" creationId="{6901C375-BD8B-5D22-1B95-5253F78220F2}"/>
          </ac:graphicFrameMkLst>
        </pc:graphicFrame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E92A46E5-772B-4A8A-A167-62663A29553C}" type="datetime1">
              <a:rPr lang="es-ES" smtClean="0"/>
              <a:t>06/10/2026</a:t>
            </a:fld>
            <a:endParaRPr lang="es-ES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E2C230DF-5933-439D-898F-38E9AC9BA688}" type="slidenum">
              <a:rPr lang="es-ES" smtClean="0"/>
              <a:t>‹#›</a:t>
            </a:fld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8" name="Marcador de encabezado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lang="es-ES" sz="1200"/>
            </a:lvl1pPr>
          </a:lstStyle>
          <a:p>
            <a:pPr rtl="0"/>
            <a:fld id="{16DB30B6-91B7-493F-B445-96E1D2848A7B}" type="datetime1">
              <a:rPr lang="es-ES" smtClean="0"/>
              <a:t>06/10/2026</a:t>
            </a:fld>
            <a:endParaRPr lang="es-ES" dirty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lang="es-ES" sz="1200"/>
            </a:lvl1pPr>
          </a:lstStyle>
          <a:p>
            <a:pPr rtl="0"/>
            <a:endParaRPr lang="es-ES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lang="es-ES" sz="1200"/>
            </a:lvl1pPr>
          </a:lstStyle>
          <a:p>
            <a:pPr rtl="0"/>
            <a:fld id="{A89C7E07-3C67-C64C-8DA0-0404F6303970}" type="slidenum">
              <a:rPr lang="es-ES" smtClean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lang="es-ES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092453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3861837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ADAFE-42C2-CB5E-EABE-9B0D1CB33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7FE6705-2C06-6849-E85C-98EFD967045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E6B3EA5-010B-16A4-3F74-941FB20A56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6FADB3A-E8DC-C234-BF92-E60AB25B5A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3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3736453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616871-45AA-B5A7-9337-22196A9586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20F8438-8E31-26CB-2D0A-B6565D2836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DE1D1F6-BDFF-6A22-7CED-52E798CB33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CDADE8-F49F-F392-CC49-3449F94C2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4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71228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D836D-9629-50FB-ABDE-1A185B532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A6CBAB4-3D41-3908-CCE7-746E17CDCB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9CEE0C9-672C-FBFD-B458-175C6F5C84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E812BA6-AA3F-9522-6987-A3F8B57D63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5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4475987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1EDE2-CF3F-4820-8FF3-FBF4B3312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2DF6A37-E3A9-5F66-1AB7-DCE4DA62F9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AA2CCC2-82F8-AFC8-F0BA-8AEB4B9F12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AABE100-C6E3-8399-D5B7-91C6ADFAC3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6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33859339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595D0-AF80-1B11-5DA9-6BD080D71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6405E60A-3100-93AF-0B5F-C4FF10817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95541BB-A55C-A8D5-5DC1-D922D61C0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518B5AE-1476-8431-3804-C546827578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7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02103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22FFE-5F09-A926-1AFA-87F56CB67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8B3E7A5-5B09-303F-1B4E-8D22F875A8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C8CBA63-ED34-2167-B8AE-420F777242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0986BCD-CD1D-0064-0F81-F125AA75A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8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307424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917FE3-01DB-4A16-A604-4BF535669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119485B-9503-A437-50C3-9884862677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8B1167-E3F1-6C6A-CB78-DF3FE57884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F2CE0699-3D86-CAC6-54D5-3688BB2238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9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1994896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EE524E-4FE8-7385-8DD7-DC170354D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8E5EC4F-E77D-7166-A4CD-83447437F8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80479E52-8ECE-DB40-D4B7-4B10D67650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315F35A-3AF6-BDE6-5486-260F9694C5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10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6248753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FE63E-3579-9D55-7F3C-CA032D4F2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7238CCD-BB46-1452-F284-06CB5842CC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E6BEA3F6-30AC-669D-02DA-09BABE459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CFD1602-F850-21FE-3C57-9D3317FBEC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11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9902154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E612B-ACB8-0169-800E-0DA0BE3024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28E1039-F91E-B4DD-9C02-88B776A838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8B83459-A6D5-90D8-E70D-6C7224896A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9FCFB85-2B61-0467-00FC-3BF5C6D510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A89C7E07-3C67-C64C-8DA0-0404F6303970}" type="slidenum">
              <a:rPr lang="es-ES" smtClean="0"/>
              <a:t>12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507674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13275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upo 5">
            <a:extLst>
              <a:ext uri="{FF2B5EF4-FFF2-40B4-BE49-F238E27FC236}">
                <a16:creationId xmlns:a16="http://schemas.microsoft.com/office/drawing/2014/main" id="{806C6F65-35CD-D64B-992A-0C1C1E003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7" name="Autoforma 24">
              <a:extLst>
                <a:ext uri="{FF2B5EF4-FFF2-40B4-BE49-F238E27FC236}">
                  <a16:creationId xmlns:a16="http://schemas.microsoft.com/office/drawing/2014/main" id="{CFD467E2-FF13-7E4F-BEF9-EA1A17665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8" name="Forma libre 7">
              <a:extLst>
                <a:ext uri="{FF2B5EF4-FFF2-40B4-BE49-F238E27FC236}">
                  <a16:creationId xmlns:a16="http://schemas.microsoft.com/office/drawing/2014/main" id="{CA85A327-3157-B442-993A-6900F71249A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9" name="Forma libre 8">
              <a:extLst>
                <a:ext uri="{FF2B5EF4-FFF2-40B4-BE49-F238E27FC236}">
                  <a16:creationId xmlns:a16="http://schemas.microsoft.com/office/drawing/2014/main" id="{9A459CB4-74AF-0544-AB1E-7CC6D10F8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95A20BFD-9142-D64A-A78A-61B75FCA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B80736DF-C890-DB47-AEAA-D3D92505E632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noProof="0" dirty="0"/>
            </a:p>
          </p:txBody>
        </p:sp>
      </p:grpSp>
      <p:sp>
        <p:nvSpPr>
          <p:cNvPr id="12" name="Título 1">
            <a:extLst>
              <a:ext uri="{FF2B5EF4-FFF2-40B4-BE49-F238E27FC236}">
                <a16:creationId xmlns:a16="http://schemas.microsoft.com/office/drawing/2014/main" id="{39F93F26-ED5C-E74E-BFBD-E3054DC1B9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89572"/>
            <a:ext cx="6787747" cy="159350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 spc="50" baseline="0">
                <a:latin typeface="+mj-lt"/>
              </a:defRPr>
            </a:lvl1pPr>
          </a:lstStyle>
          <a:p>
            <a:pPr rtl="0"/>
            <a:r>
              <a:rPr lang="es-ES" noProof="0" dirty="0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186153BD-9D2B-47EB-3553-1D3F6663B2A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4359" y="2281918"/>
            <a:ext cx="6787747" cy="3708517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lnSpc>
                <a:spcPct val="80000"/>
              </a:lnSpc>
              <a:spcBef>
                <a:spcPts val="2200"/>
              </a:spcBef>
              <a:buFont typeface="Arial" panose="020B0604020202020204" pitchFamily="34" charset="0"/>
              <a:buChar char="•"/>
              <a:defRPr lang="es-ES" sz="2400" b="1" i="0" kern="1200" dirty="0">
                <a:solidFill>
                  <a:schemeClr val="tx2">
                    <a:lumMod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indent="-283464">
              <a:spcBef>
                <a:spcPts val="6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 noProof="0" dirty="0"/>
              <a:t>Haga clic para agregar contenido</a:t>
            </a:r>
          </a:p>
          <a:p>
            <a:pPr lvl="1" rtl="0"/>
            <a:r>
              <a:rPr lang="es-ES" noProof="0" dirty="0"/>
              <a:t>Segundo nivel</a:t>
            </a:r>
          </a:p>
          <a:p>
            <a:pPr lvl="2" rtl="0"/>
            <a:r>
              <a:rPr lang="es-ES" noProof="0" dirty="0"/>
              <a:t>Tercer nivel</a:t>
            </a:r>
          </a:p>
          <a:p>
            <a:pPr lvl="3" rtl="0"/>
            <a:r>
              <a:rPr lang="es-ES" noProof="0" dirty="0"/>
              <a:t>Cuarto nivel</a:t>
            </a:r>
          </a:p>
          <a:p>
            <a:pPr lvl="4" rtl="0"/>
            <a:r>
              <a:rPr lang="es-ES" noProof="0" dirty="0"/>
              <a:t>Quinto nivel</a:t>
            </a:r>
          </a:p>
        </p:txBody>
      </p:sp>
      <p:sp>
        <p:nvSpPr>
          <p:cNvPr id="43" name="Marcador de número de diapositiva 42">
            <a:extLst>
              <a:ext uri="{FF2B5EF4-FFF2-40B4-BE49-F238E27FC236}">
                <a16:creationId xmlns:a16="http://schemas.microsoft.com/office/drawing/2014/main" id="{D80CCC8F-9CF1-9621-04EB-DFA68FEE42D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noProof="0" smtClean="0"/>
              <a:pPr rtl="0"/>
              <a:t>‹#›</a:t>
            </a:fld>
            <a:endParaRPr lang="es-ES" noProof="0" dirty="0"/>
          </a:p>
        </p:txBody>
      </p:sp>
      <p:sp>
        <p:nvSpPr>
          <p:cNvPr id="42" name="Marcador de fecha 41">
            <a:extLst>
              <a:ext uri="{FF2B5EF4-FFF2-40B4-BE49-F238E27FC236}">
                <a16:creationId xmlns:a16="http://schemas.microsoft.com/office/drawing/2014/main" id="{29CE2856-DB8F-5603-C085-74C70560FAC8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noProof="0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979826C1-7A52-DA25-F422-EE62DED7D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0552" cy="0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8089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de secció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posición de imagen 3">
            <a:extLst>
              <a:ext uri="{FF2B5EF4-FFF2-40B4-BE49-F238E27FC236}">
                <a16:creationId xmlns:a16="http://schemas.microsoft.com/office/drawing/2014/main" id="{B79D0555-EBDC-B53A-212D-A5921795FEC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80543"/>
          </a:xfrm>
          <a:custGeom>
            <a:avLst/>
            <a:gdLst>
              <a:gd name="connsiteX0" fmla="*/ 6309360 w 12192000"/>
              <a:gd name="connsiteY0" fmla="*/ 3951843 h 6880543"/>
              <a:gd name="connsiteX1" fmla="*/ 6309360 w 12192000"/>
              <a:gd name="connsiteY1" fmla="*/ 4052427 h 6880543"/>
              <a:gd name="connsiteX2" fmla="*/ 8442960 w 12192000"/>
              <a:gd name="connsiteY2" fmla="*/ 4052427 h 6880543"/>
              <a:gd name="connsiteX3" fmla="*/ 8442960 w 12192000"/>
              <a:gd name="connsiteY3" fmla="*/ 3951843 h 6880543"/>
              <a:gd name="connsiteX4" fmla="*/ 0 w 12192000"/>
              <a:gd name="connsiteY4" fmla="*/ 0 h 6880543"/>
              <a:gd name="connsiteX5" fmla="*/ 12192000 w 12192000"/>
              <a:gd name="connsiteY5" fmla="*/ 0 h 6880543"/>
              <a:gd name="connsiteX6" fmla="*/ 12192000 w 12192000"/>
              <a:gd name="connsiteY6" fmla="*/ 6880543 h 6880543"/>
              <a:gd name="connsiteX7" fmla="*/ 0 w 12192000"/>
              <a:gd name="connsiteY7" fmla="*/ 6880543 h 68805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80543">
                <a:moveTo>
                  <a:pt x="6309360" y="3951843"/>
                </a:moveTo>
                <a:lnTo>
                  <a:pt x="6309360" y="4052427"/>
                </a:lnTo>
                <a:lnTo>
                  <a:pt x="8442960" y="4052427"/>
                </a:lnTo>
                <a:lnTo>
                  <a:pt x="8442960" y="3951843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80543"/>
                </a:lnTo>
                <a:lnTo>
                  <a:pt x="0" y="6880543"/>
                </a:lnTo>
                <a:close/>
              </a:path>
            </a:pathLst>
          </a:custGeom>
        </p:spPr>
        <p:txBody>
          <a:bodyPr wrap="square" tIns="182880" rtlCol="0">
            <a:noAutofit/>
          </a:bodyPr>
          <a:lstStyle>
            <a:lvl1pPr marL="0" indent="0" algn="ctr">
              <a:buNone/>
              <a:defRPr lang="es-ES" sz="2000">
                <a:solidFill>
                  <a:schemeClr val="tx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8D492973-78E3-D34E-835E-CF2D451701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9359" y="444933"/>
            <a:ext cx="5477479" cy="329184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6000" b="1" i="0" baseline="0">
                <a:solidFill>
                  <a:schemeClr val="tx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D96BA398-1ED2-1FCA-63B9-8915A8C7A5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309360" y="3951843"/>
            <a:ext cx="2133600" cy="10058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s-ES"/>
            </a:defPPr>
          </a:lstStyle>
          <a:p>
            <a:pPr algn="ctr" rtl="0"/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72916956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7104">
          <p15:clr>
            <a:srgbClr val="FBAE40"/>
          </p15:clr>
        </p15:guide>
        <p15:guide id="3" pos="4344" userDrawn="1">
          <p15:clr>
            <a:srgbClr val="FBAE40"/>
          </p15:clr>
        </p15:guide>
        <p15:guide id="4" pos="4560" userDrawn="1">
          <p15:clr>
            <a:srgbClr val="FBAE40"/>
          </p15:clr>
        </p15:guide>
        <p15:guide id="8" orient="horz" pos="1848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99835" y="43052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6" name="Marcador de posición de imagen 5">
            <a:extLst>
              <a:ext uri="{FF2B5EF4-FFF2-40B4-BE49-F238E27FC236}">
                <a16:creationId xmlns:a16="http://schemas.microsoft.com/office/drawing/2014/main" id="{A9973BC6-F6E5-0B3B-C8AB-0AC4020D4E8B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-11113"/>
            <a:ext cx="5791200" cy="6880226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/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299835" y="456860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29169ED6-4B82-6844-119F-AC15CDF2D3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7914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men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57F1500-1A16-D1EF-4F0C-030852B291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0" name="Grupo 9">
            <a:extLst>
              <a:ext uri="{FF2B5EF4-FFF2-40B4-BE49-F238E27FC236}">
                <a16:creationId xmlns:a16="http://schemas.microsoft.com/office/drawing/2014/main" id="{2D07A0BE-3890-193E-9439-F294E61A71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11" name="Forma libre 19">
              <a:extLst>
                <a:ext uri="{FF2B5EF4-FFF2-40B4-BE49-F238E27FC236}">
                  <a16:creationId xmlns:a16="http://schemas.microsoft.com/office/drawing/2014/main" id="{C05217ED-C258-E6CE-BA7F-28A6EA41B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20">
              <a:extLst>
                <a:ext uri="{FF2B5EF4-FFF2-40B4-BE49-F238E27FC236}">
                  <a16:creationId xmlns:a16="http://schemas.microsoft.com/office/drawing/2014/main" id="{F3E11A1F-14DD-BA35-D7D7-4D4ADEAA3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21">
              <a:extLst>
                <a:ext uri="{FF2B5EF4-FFF2-40B4-BE49-F238E27FC236}">
                  <a16:creationId xmlns:a16="http://schemas.microsoft.com/office/drawing/2014/main" id="{F14541B0-973F-7E21-1019-D2FB83C8C0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32" name="Título 1">
            <a:extLst>
              <a:ext uri="{FF2B5EF4-FFF2-40B4-BE49-F238E27FC236}">
                <a16:creationId xmlns:a16="http://schemas.microsoft.com/office/drawing/2014/main" id="{467E05B6-B7CB-1E4F-96BA-4B8CFE8B63D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02875"/>
            <a:ext cx="10873740" cy="168020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6FE0DC0-B0D7-F4D6-8038-177AD7A8C21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57600" y="2282008"/>
            <a:ext cx="7810500" cy="3699328"/>
          </a:xfrm>
        </p:spPr>
        <p:txBody>
          <a:bodyPr lIns="0" tIns="228600" rIns="0" bIns="0" rtlCol="0">
            <a:normAutofit/>
          </a:bodyPr>
          <a:lstStyle>
            <a:lvl1pPr marL="283464" indent="-283464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número de diapositiva 7">
            <a:extLst>
              <a:ext uri="{FF2B5EF4-FFF2-40B4-BE49-F238E27FC236}">
                <a16:creationId xmlns:a16="http://schemas.microsoft.com/office/drawing/2014/main" id="{7ED58739-4346-5104-B1AC-89ED035912A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9272B8D-F380-9F1A-C8E6-BDD2352B1763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0296414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304">
          <p15:clr>
            <a:srgbClr val="FBAE40"/>
          </p15:clr>
        </p15:guide>
        <p15:guide id="4" pos="5736">
          <p15:clr>
            <a:srgbClr val="FBAE40"/>
          </p15:clr>
        </p15:guide>
        <p15:guide id="5" pos="1944">
          <p15:clr>
            <a:srgbClr val="FBAE40"/>
          </p15:clr>
        </p15:guide>
        <p15:guide id="6" pos="4008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440">
          <p15:clr>
            <a:srgbClr val="FBAE40"/>
          </p15:clr>
        </p15:guide>
        <p15:guide id="9" orient="horz" pos="552">
          <p15:clr>
            <a:srgbClr val="FBAE40"/>
          </p15:clr>
        </p15:guide>
        <p15:guide id="10" pos="5352">
          <p15:clr>
            <a:srgbClr val="FBAE40"/>
          </p15:clr>
        </p15:guide>
        <p15:guide id="11" pos="364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09904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" y="758752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cxnSp>
        <p:nvCxnSpPr>
          <p:cNvPr id="13" name="Conector recto 12">
            <a:extLst>
              <a:ext uri="{FF2B5EF4-FFF2-40B4-BE49-F238E27FC236}">
                <a16:creationId xmlns:a16="http://schemas.microsoft.com/office/drawing/2014/main" id="{A69706A2-3726-FE4E-B923-E75D485978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09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309905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78129"/>
            <a:ext cx="9778365" cy="149459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F14DA3C5-63E4-BAFB-1D68-47F71EEEE538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9436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BD11386D-847E-8CF5-E56A-42E80A65A08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881898" y="2676525"/>
            <a:ext cx="4490827" cy="3597470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1056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contenido 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42E558A9-6DD6-E21D-3A8F-6707E1DD1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362700" y="0"/>
            <a:ext cx="5829298" cy="3235602"/>
            <a:chOff x="5612972" y="1"/>
            <a:chExt cx="6615961" cy="3672246"/>
          </a:xfrm>
        </p:grpSpPr>
        <p:sp>
          <p:nvSpPr>
            <p:cNvPr id="12" name="Autoforma 24">
              <a:extLst>
                <a:ext uri="{FF2B5EF4-FFF2-40B4-BE49-F238E27FC236}">
                  <a16:creationId xmlns:a16="http://schemas.microsoft.com/office/drawing/2014/main" id="{3FC994E4-318C-1E66-B4E4-8F8FD08E098F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2972" y="1"/>
              <a:ext cx="4408998" cy="3672246"/>
            </a:xfrm>
            <a:custGeom>
              <a:avLst/>
              <a:gdLst>
                <a:gd name="T0" fmla="+- 0 8372 6586"/>
                <a:gd name="T1" fmla="*/ T0 w 3578"/>
                <a:gd name="T2" fmla="*/ 591 h 2980"/>
                <a:gd name="T3" fmla="+- 0 7780 6586"/>
                <a:gd name="T4" fmla="*/ T3 w 3578"/>
                <a:gd name="T5" fmla="*/ 0 h 2980"/>
                <a:gd name="T6" fmla="+- 0 6586 6586"/>
                <a:gd name="T7" fmla="*/ T6 w 3578"/>
                <a:gd name="T8" fmla="*/ 0 h 2980"/>
                <a:gd name="T9" fmla="+- 0 7774 6586"/>
                <a:gd name="T10" fmla="*/ T9 w 3578"/>
                <a:gd name="T11" fmla="*/ 1188 h 2980"/>
                <a:gd name="T12" fmla="+- 0 8372 6586"/>
                <a:gd name="T13" fmla="*/ T12 w 3578"/>
                <a:gd name="T14" fmla="*/ 591 h 2980"/>
                <a:gd name="T15" fmla="+- 0 10163 6586"/>
                <a:gd name="T16" fmla="*/ T15 w 3578"/>
                <a:gd name="T17" fmla="*/ 2383 h 2980"/>
                <a:gd name="T18" fmla="+- 0 9566 6586"/>
                <a:gd name="T19" fmla="*/ T18 w 3578"/>
                <a:gd name="T20" fmla="*/ 1786 h 2980"/>
                <a:gd name="T21" fmla="+- 0 8969 6586"/>
                <a:gd name="T22" fmla="*/ T21 w 3578"/>
                <a:gd name="T23" fmla="*/ 2383 h 2980"/>
                <a:gd name="T24" fmla="+- 0 9566 6586"/>
                <a:gd name="T25" fmla="*/ T24 w 3578"/>
                <a:gd name="T26" fmla="*/ 2980 h 2980"/>
                <a:gd name="T27" fmla="+- 0 10163 6586"/>
                <a:gd name="T28" fmla="*/ T27 w 3578"/>
                <a:gd name="T29" fmla="*/ 2383 h 298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  <a:cxn ang="0">
                  <a:pos x="T13" y="T14"/>
                </a:cxn>
                <a:cxn ang="0">
                  <a:pos x="T16" y="T17"/>
                </a:cxn>
                <a:cxn ang="0">
                  <a:pos x="T19" y="T20"/>
                </a:cxn>
                <a:cxn ang="0">
                  <a:pos x="T22" y="T23"/>
                </a:cxn>
                <a:cxn ang="0">
                  <a:pos x="T25" y="T26"/>
                </a:cxn>
                <a:cxn ang="0">
                  <a:pos x="T28" y="T29"/>
                </a:cxn>
              </a:cxnLst>
              <a:rect l="0" t="0" r="r" b="b"/>
              <a:pathLst>
                <a:path w="3578" h="2980">
                  <a:moveTo>
                    <a:pt x="1786" y="591"/>
                  </a:moveTo>
                  <a:lnTo>
                    <a:pt x="1194" y="0"/>
                  </a:lnTo>
                  <a:lnTo>
                    <a:pt x="0" y="0"/>
                  </a:lnTo>
                  <a:lnTo>
                    <a:pt x="1188" y="1188"/>
                  </a:lnTo>
                  <a:lnTo>
                    <a:pt x="1786" y="591"/>
                  </a:lnTo>
                  <a:moveTo>
                    <a:pt x="3577" y="2383"/>
                  </a:moveTo>
                  <a:lnTo>
                    <a:pt x="2980" y="1786"/>
                  </a:lnTo>
                  <a:lnTo>
                    <a:pt x="2383" y="2383"/>
                  </a:lnTo>
                  <a:lnTo>
                    <a:pt x="2980" y="2980"/>
                  </a:lnTo>
                  <a:lnTo>
                    <a:pt x="3577" y="2383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7">
              <a:extLst>
                <a:ext uri="{FF2B5EF4-FFF2-40B4-BE49-F238E27FC236}">
                  <a16:creationId xmlns:a16="http://schemas.microsoft.com/office/drawing/2014/main" id="{17C00E6B-F625-6D6C-8364-9DD9F3C3628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41233" y="1463970"/>
              <a:ext cx="2208196" cy="2208277"/>
            </a:xfrm>
            <a:custGeom>
              <a:avLst/>
              <a:gdLst>
                <a:gd name="T0" fmla="+- 0 7774 7177"/>
                <a:gd name="T1" fmla="*/ T0 w 1792"/>
                <a:gd name="T2" fmla="+- 0 1188 1188"/>
                <a:gd name="T3" fmla="*/ 1188 h 1792"/>
                <a:gd name="T4" fmla="+- 0 7177 7177"/>
                <a:gd name="T5" fmla="*/ T4 w 1792"/>
                <a:gd name="T6" fmla="+- 0 1786 1188"/>
                <a:gd name="T7" fmla="*/ 1786 h 1792"/>
                <a:gd name="T8" fmla="+- 0 8372 7177"/>
                <a:gd name="T9" fmla="*/ T8 w 1792"/>
                <a:gd name="T10" fmla="+- 0 2980 1188"/>
                <a:gd name="T11" fmla="*/ 2980 h 1792"/>
                <a:gd name="T12" fmla="+- 0 8969 7177"/>
                <a:gd name="T13" fmla="*/ T12 w 1792"/>
                <a:gd name="T14" fmla="+- 0 2383 1188"/>
                <a:gd name="T15" fmla="*/ 2383 h 1792"/>
                <a:gd name="T16" fmla="+- 0 7774 7177"/>
                <a:gd name="T17" fmla="*/ T16 w 1792"/>
                <a:gd name="T18" fmla="+- 0 1188 1188"/>
                <a:gd name="T19" fmla="*/ 1188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7" y="0"/>
                  </a:moveTo>
                  <a:lnTo>
                    <a:pt x="0" y="598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7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8">
              <a:extLst>
                <a:ext uri="{FF2B5EF4-FFF2-40B4-BE49-F238E27FC236}">
                  <a16:creationId xmlns:a16="http://schemas.microsoft.com/office/drawing/2014/main" id="{C6197B87-4F65-7981-9463-84830CD36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8555590" y="1"/>
              <a:ext cx="1457754" cy="729520"/>
            </a:xfrm>
            <a:custGeom>
              <a:avLst/>
              <a:gdLst>
                <a:gd name="T0" fmla="+- 0 10158 8975"/>
                <a:gd name="T1" fmla="*/ T0 w 1183"/>
                <a:gd name="T2" fmla="*/ 0 h 592"/>
                <a:gd name="T3" fmla="+- 0 8975 8975"/>
                <a:gd name="T4" fmla="*/ T3 w 1183"/>
                <a:gd name="T5" fmla="*/ 0 h 592"/>
                <a:gd name="T6" fmla="+- 0 9566 8975"/>
                <a:gd name="T7" fmla="*/ T6 w 1183"/>
                <a:gd name="T8" fmla="*/ 591 h 592"/>
                <a:gd name="T9" fmla="+- 0 10158 8975"/>
                <a:gd name="T10" fmla="*/ T9 w 1183"/>
                <a:gd name="T11" fmla="*/ 0 h 592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1183" h="592">
                  <a:moveTo>
                    <a:pt x="1183" y="0"/>
                  </a:moveTo>
                  <a:lnTo>
                    <a:pt x="0" y="0"/>
                  </a:lnTo>
                  <a:lnTo>
                    <a:pt x="591" y="591"/>
                  </a:lnTo>
                  <a:lnTo>
                    <a:pt x="118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8" name="Forma libre 9">
              <a:extLst>
                <a:ext uri="{FF2B5EF4-FFF2-40B4-BE49-F238E27FC236}">
                  <a16:creationId xmlns:a16="http://schemas.microsoft.com/office/drawing/2014/main" id="{86AA517C-7217-D864-B7E7-40984A2880D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76887" y="728289"/>
              <a:ext cx="2208196" cy="2208277"/>
            </a:xfrm>
            <a:custGeom>
              <a:avLst/>
              <a:gdLst>
                <a:gd name="T0" fmla="+- 0 8372 7774"/>
                <a:gd name="T1" fmla="*/ T0 w 1792"/>
                <a:gd name="T2" fmla="+- 0 591 591"/>
                <a:gd name="T3" fmla="*/ 591 h 1792"/>
                <a:gd name="T4" fmla="+- 0 7774 7774"/>
                <a:gd name="T5" fmla="*/ T4 w 1792"/>
                <a:gd name="T6" fmla="+- 0 1188 591"/>
                <a:gd name="T7" fmla="*/ 1188 h 1792"/>
                <a:gd name="T8" fmla="+- 0 8969 7774"/>
                <a:gd name="T9" fmla="*/ T8 w 1792"/>
                <a:gd name="T10" fmla="+- 0 2383 591"/>
                <a:gd name="T11" fmla="*/ 2383 h 1792"/>
                <a:gd name="T12" fmla="+- 0 9566 7774"/>
                <a:gd name="T13" fmla="*/ T12 w 1792"/>
                <a:gd name="T14" fmla="+- 0 1786 591"/>
                <a:gd name="T15" fmla="*/ 1786 h 1792"/>
                <a:gd name="T16" fmla="+- 0 8372 7774"/>
                <a:gd name="T17" fmla="*/ T16 w 1792"/>
                <a:gd name="T18" fmla="+- 0 591 591"/>
                <a:gd name="T19" fmla="*/ 591 h 1792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1792" h="1792">
                  <a:moveTo>
                    <a:pt x="598" y="0"/>
                  </a:moveTo>
                  <a:lnTo>
                    <a:pt x="0" y="597"/>
                  </a:lnTo>
                  <a:lnTo>
                    <a:pt x="1195" y="1792"/>
                  </a:lnTo>
                  <a:lnTo>
                    <a:pt x="1792" y="1195"/>
                  </a:lnTo>
                  <a:lnTo>
                    <a:pt x="598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9" name="Forma libre 10">
              <a:extLst>
                <a:ext uri="{FF2B5EF4-FFF2-40B4-BE49-F238E27FC236}">
                  <a16:creationId xmlns:a16="http://schemas.microsoft.com/office/drawing/2014/main" id="{524013C6-491C-CAA2-5BD6-7C73596711CC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5083" y="728289"/>
              <a:ext cx="2943850" cy="2943958"/>
            </a:xfrm>
            <a:custGeom>
              <a:avLst/>
              <a:gdLst>
                <a:gd name="T0" fmla="+- 0 11955 9566"/>
                <a:gd name="T1" fmla="*/ T0 w 2389"/>
                <a:gd name="T2" fmla="+- 0 1786 591"/>
                <a:gd name="T3" fmla="*/ 1786 h 2389"/>
                <a:gd name="T4" fmla="+- 0 10760 9566"/>
                <a:gd name="T5" fmla="*/ T4 w 2389"/>
                <a:gd name="T6" fmla="+- 0 591 591"/>
                <a:gd name="T7" fmla="*/ 591 h 2389"/>
                <a:gd name="T8" fmla="+- 0 9566 9566"/>
                <a:gd name="T9" fmla="*/ T8 w 2389"/>
                <a:gd name="T10" fmla="+- 0 1786 591"/>
                <a:gd name="T11" fmla="*/ 1786 h 2389"/>
                <a:gd name="T12" fmla="+- 0 10760 9566"/>
                <a:gd name="T13" fmla="*/ T12 w 2389"/>
                <a:gd name="T14" fmla="+- 0 2980 591"/>
                <a:gd name="T15" fmla="*/ 2980 h 2389"/>
                <a:gd name="T16" fmla="+- 0 11955 9566"/>
                <a:gd name="T17" fmla="*/ T16 w 2389"/>
                <a:gd name="T18" fmla="+- 0 1786 591"/>
                <a:gd name="T19" fmla="*/ 1786 h 2389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  <a:cxn ang="0">
                  <a:pos x="T17" y="T19"/>
                </a:cxn>
              </a:cxnLst>
              <a:rect l="0" t="0" r="r" b="b"/>
              <a:pathLst>
                <a:path w="2389" h="2389">
                  <a:moveTo>
                    <a:pt x="2389" y="1195"/>
                  </a:moveTo>
                  <a:lnTo>
                    <a:pt x="1194" y="0"/>
                  </a:lnTo>
                  <a:lnTo>
                    <a:pt x="0" y="1195"/>
                  </a:lnTo>
                  <a:lnTo>
                    <a:pt x="1194" y="2389"/>
                  </a:lnTo>
                  <a:lnTo>
                    <a:pt x="2389" y="1195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18885" y="3499667"/>
            <a:ext cx="4939666" cy="254281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347460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457201"/>
            <a:ext cx="5198269" cy="2305050"/>
          </a:xfrm>
        </p:spPr>
        <p:txBody>
          <a:bodyPr lIns="0" tIns="274320" rtlCol="0">
            <a:normAutofit/>
          </a:bodyPr>
          <a:lstStyle>
            <a:lvl1pPr marL="457200" indent="-457200">
              <a:spcBef>
                <a:spcPts val="1800"/>
              </a:spcBef>
              <a:buFont typeface="+mj-lt"/>
              <a:buAutoNum type="arabicPeriod"/>
              <a:defRPr lang="es-ES" sz="2000"/>
            </a:lvl1pPr>
            <a:lvl2pPr marL="914400" indent="-457200">
              <a:spcBef>
                <a:spcPts val="1800"/>
              </a:spcBef>
              <a:buFont typeface="+mj-lt"/>
              <a:buAutoNum type="alphaLcPeriod"/>
              <a:defRPr lang="es-ES" sz="2000"/>
            </a:lvl2pPr>
            <a:lvl3pPr marL="1371600" indent="-457200">
              <a:spcBef>
                <a:spcPts val="1800"/>
              </a:spcBef>
              <a:buFont typeface="+mj-lt"/>
              <a:buAutoNum type="arabicParenR"/>
              <a:defRPr lang="es-ES" sz="2000"/>
            </a:lvl3pPr>
            <a:lvl4pPr marL="1371600" indent="0">
              <a:spcBef>
                <a:spcPts val="1800"/>
              </a:spcBef>
              <a:buFont typeface="+mj-lt"/>
              <a:buNone/>
              <a:defRPr lang="es-ES" sz="2000"/>
            </a:lvl4pPr>
            <a:lvl5pPr marL="2286000" indent="-457200">
              <a:spcBef>
                <a:spcPts val="1800"/>
              </a:spcBef>
              <a:buFont typeface="+mj-lt"/>
              <a:buAutoNum type="arabicPeriod"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endParaRPr lang="es-ES" dirty="0"/>
          </a:p>
        </p:txBody>
      </p:sp>
      <p:sp>
        <p:nvSpPr>
          <p:cNvPr id="2" name="Marcador de contenido 5">
            <a:extLst>
              <a:ext uri="{FF2B5EF4-FFF2-40B4-BE49-F238E27FC236}">
                <a16:creationId xmlns:a16="http://schemas.microsoft.com/office/drawing/2014/main" id="{3AC171DA-232D-44C1-6B93-40BACB298F4B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94360" y="2810595"/>
            <a:ext cx="5198269" cy="3319513"/>
          </a:xfrm>
        </p:spPr>
        <p:txBody>
          <a:bodyPr lIns="0" tIns="4572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283464" indent="-283464">
              <a:spcBef>
                <a:spcPts val="1800"/>
              </a:spcBef>
              <a:defRPr lang="es-ES" sz="2000"/>
            </a:lvl2pPr>
            <a:lvl3pPr marL="548640" indent="-283464">
              <a:spcBef>
                <a:spcPts val="1800"/>
              </a:spcBef>
              <a:defRPr lang="es-ES" sz="2000"/>
            </a:lvl3pPr>
            <a:lvl4pPr marL="822960" indent="-283464">
              <a:spcBef>
                <a:spcPts val="1800"/>
              </a:spcBef>
              <a:defRPr lang="es-ES" sz="2000"/>
            </a:lvl4pPr>
            <a:lvl5pPr marL="1005840"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546068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e imagen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5310" y="278129"/>
            <a:ext cx="5063490" cy="2354026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3" name="Marcador de contenido 5">
            <a:extLst>
              <a:ext uri="{FF2B5EF4-FFF2-40B4-BE49-F238E27FC236}">
                <a16:creationId xmlns:a16="http://schemas.microsoft.com/office/drawing/2014/main" id="{1EF4505D-6803-3813-7738-04996342781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94360" y="3279579"/>
            <a:ext cx="5044440" cy="2994415"/>
          </a:xfrm>
        </p:spPr>
        <p:txBody>
          <a:bodyPr lIns="0" tIns="228600" rIns="0" bIns="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indent="-283464">
              <a:spcBef>
                <a:spcPts val="1800"/>
              </a:spcBef>
              <a:defRPr lang="es-ES" sz="2000"/>
            </a:lvl2pPr>
            <a:lvl3pPr indent="-283464">
              <a:spcBef>
                <a:spcPts val="1800"/>
              </a:spcBef>
              <a:defRPr lang="es-ES" sz="2000"/>
            </a:lvl3pPr>
            <a:lvl4pPr indent="-283464">
              <a:spcBef>
                <a:spcPts val="1800"/>
              </a:spcBef>
              <a:defRPr lang="es-ES" sz="2000"/>
            </a:lvl4pPr>
            <a:lvl5pPr indent="-283464"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997459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Marcador de posición de imagen 11">
            <a:extLst>
              <a:ext uri="{FF2B5EF4-FFF2-40B4-BE49-F238E27FC236}">
                <a16:creationId xmlns:a16="http://schemas.microsoft.com/office/drawing/2014/main" id="{4658637A-5D36-6127-19BC-C203E23FA49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6000" y="0"/>
            <a:ext cx="6118225" cy="6858000"/>
          </a:xfrm>
        </p:spPr>
        <p:txBody>
          <a:bodyPr rtlCol="0">
            <a:normAutofit/>
          </a:bodyPr>
          <a:lstStyle>
            <a:lvl1pPr marL="0" indent="0" algn="ctr">
              <a:buNone/>
              <a:defRPr lang="es-ES" sz="2000">
                <a:solidFill>
                  <a:schemeClr val="bg1"/>
                </a:solidFill>
              </a:defRPr>
            </a:lvl1pPr>
          </a:lstStyle>
          <a:p>
            <a:pPr rtl="0"/>
            <a:r>
              <a:rPr lang="en-US"/>
              <a:t>Click icon to add picture</a:t>
            </a:r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29319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ido y tabla del título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upo 4">
            <a:extLst>
              <a:ext uri="{FF2B5EF4-FFF2-40B4-BE49-F238E27FC236}">
                <a16:creationId xmlns:a16="http://schemas.microsoft.com/office/drawing/2014/main" id="{CF555767-B3D8-BD57-1D42-7F6E1E668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6200000" flipV="1">
            <a:off x="0" y="3900132"/>
            <a:ext cx="2959226" cy="2959226"/>
            <a:chOff x="0" y="12289"/>
            <a:chExt cx="3550" cy="3551"/>
          </a:xfrm>
        </p:grpSpPr>
        <p:sp>
          <p:nvSpPr>
            <p:cNvPr id="9" name="Forma libre 13">
              <a:extLst>
                <a:ext uri="{FF2B5EF4-FFF2-40B4-BE49-F238E27FC236}">
                  <a16:creationId xmlns:a16="http://schemas.microsoft.com/office/drawing/2014/main" id="{BC972B6D-098C-52F6-E990-52623B368FB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5" name="Forma libre 14">
              <a:extLst>
                <a:ext uri="{FF2B5EF4-FFF2-40B4-BE49-F238E27FC236}">
                  <a16:creationId xmlns:a16="http://schemas.microsoft.com/office/drawing/2014/main" id="{3F0D3EE3-9A8C-531D-1EEE-1AFAB9F3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7" name="Forma libre 15">
              <a:extLst>
                <a:ext uri="{FF2B5EF4-FFF2-40B4-BE49-F238E27FC236}">
                  <a16:creationId xmlns:a16="http://schemas.microsoft.com/office/drawing/2014/main" id="{A2BE192C-1768-890B-EC1B-5ED6E1F82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1409" y="4661717"/>
            <a:ext cx="7936230" cy="1380760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670935" y="631317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03885" y="584005"/>
            <a:ext cx="2825115" cy="3999060"/>
          </a:xfrm>
        </p:spPr>
        <p:txBody>
          <a:bodyPr lIns="0" tIns="274320" rtlCol="0">
            <a:normAutofit/>
          </a:bodyPr>
          <a:lstStyle>
            <a:lvl1pPr marL="0" indent="0">
              <a:spcBef>
                <a:spcPts val="1800"/>
              </a:spcBef>
              <a:buFont typeface="Arial" panose="020B0604020202020204" pitchFamily="34" charset="0"/>
              <a:buNone/>
              <a:defRPr lang="es-ES" sz="2000"/>
            </a:lvl1pPr>
            <a:lvl2pPr marL="457200" indent="0">
              <a:spcBef>
                <a:spcPts val="1800"/>
              </a:spcBef>
              <a:buNone/>
              <a:defRPr lang="es-ES" sz="2000"/>
            </a:lvl2pPr>
            <a:lvl3pPr marL="914400" indent="0">
              <a:spcBef>
                <a:spcPts val="1800"/>
              </a:spcBef>
              <a:buNone/>
              <a:defRPr lang="es-ES" sz="2000"/>
            </a:lvl3pPr>
            <a:lvl4pPr marL="1371600" indent="0">
              <a:spcBef>
                <a:spcPts val="1800"/>
              </a:spcBef>
              <a:buNone/>
              <a:defRPr lang="es-ES" sz="2000"/>
            </a:lvl4pPr>
            <a:lvl5pPr marL="1828800" indent="0">
              <a:spcBef>
                <a:spcPts val="1800"/>
              </a:spcBef>
              <a:buNone/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670934" y="584005"/>
            <a:ext cx="7926705" cy="399906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2443291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y dos contenidos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upo 10">
            <a:extLst>
              <a:ext uri="{FF2B5EF4-FFF2-40B4-BE49-F238E27FC236}">
                <a16:creationId xmlns:a16="http://schemas.microsoft.com/office/drawing/2014/main" id="{C97D5AF2-684A-4A8D-3D82-B57D7AC446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rot="10800000">
            <a:off x="8870040" y="0"/>
            <a:ext cx="3325208" cy="3325208"/>
            <a:chOff x="0" y="12289"/>
            <a:chExt cx="3550" cy="3551"/>
          </a:xfrm>
        </p:grpSpPr>
        <p:sp>
          <p:nvSpPr>
            <p:cNvPr id="12" name="Forma libre 4">
              <a:extLst>
                <a:ext uri="{FF2B5EF4-FFF2-40B4-BE49-F238E27FC236}">
                  <a16:creationId xmlns:a16="http://schemas.microsoft.com/office/drawing/2014/main" id="{8CF5F650-F8F0-F4FE-44DA-1F14ADE42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3" name="Forma libre 5">
              <a:extLst>
                <a:ext uri="{FF2B5EF4-FFF2-40B4-BE49-F238E27FC236}">
                  <a16:creationId xmlns:a16="http://schemas.microsoft.com/office/drawing/2014/main" id="{18870924-E47D-404F-59B5-BD1C58F7B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4" name="Forma libre 7">
              <a:extLst>
                <a:ext uri="{FF2B5EF4-FFF2-40B4-BE49-F238E27FC236}">
                  <a16:creationId xmlns:a16="http://schemas.microsoft.com/office/drawing/2014/main" id="{80806A65-E4FC-2F52-65B3-CC181E620C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198408"/>
            <a:ext cx="10972800" cy="1574317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5BCAAA28-C292-C527-AD35-90836B8BB97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5523" y="2676525"/>
            <a:ext cx="5746750" cy="3597470"/>
          </a:xfrm>
        </p:spPr>
        <p:txBody>
          <a:bodyPr lIns="0" rtlCol="0">
            <a:normAutofit/>
          </a:bodyPr>
          <a:lstStyle>
            <a:lvl1pPr marL="0" indent="0">
              <a:spcBef>
                <a:spcPts val="1800"/>
              </a:spcBef>
              <a:buNone/>
              <a:defRPr lang="es-ES" sz="2000"/>
            </a:lvl1pPr>
            <a:lvl2pPr>
              <a:spcBef>
                <a:spcPts val="6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7" name="Marcador de contenido 5">
            <a:extLst>
              <a:ext uri="{FF2B5EF4-FFF2-40B4-BE49-F238E27FC236}">
                <a16:creationId xmlns:a16="http://schemas.microsoft.com/office/drawing/2014/main" id="{8007FA9C-C4D5-89EC-C457-5F329A338E1E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7620000" y="2676525"/>
            <a:ext cx="3947160" cy="3597470"/>
          </a:xfrm>
        </p:spPr>
        <p:txBody>
          <a:bodyPr lIns="0" rtlCol="0">
            <a:normAutofit/>
          </a:bodyPr>
          <a:lstStyle>
            <a:lvl1pPr marL="342900" indent="-342900">
              <a:spcBef>
                <a:spcPts val="1800"/>
              </a:spcBef>
              <a:buFont typeface="Arial" panose="020B0604020202020204" pitchFamily="34" charset="0"/>
              <a:buChar char="•"/>
              <a:defRPr lang="es-ES" sz="2000"/>
            </a:lvl1pPr>
            <a:lvl2pPr>
              <a:spcBef>
                <a:spcPts val="1800"/>
              </a:spcBef>
              <a:defRPr lang="es-ES" sz="2000"/>
            </a:lvl2pPr>
            <a:lvl3pPr>
              <a:spcBef>
                <a:spcPts val="1800"/>
              </a:spcBef>
              <a:defRPr lang="es-ES" sz="2000"/>
            </a:lvl3pPr>
            <a:lvl4pPr>
              <a:spcBef>
                <a:spcPts val="1800"/>
              </a:spcBef>
              <a:defRPr lang="es-ES" sz="2000"/>
            </a:lvl4pPr>
            <a:lvl5pPr>
              <a:spcBef>
                <a:spcPts val="1800"/>
              </a:spcBef>
              <a:defRPr lang="es-ES" sz="2000"/>
            </a:lvl5pPr>
          </a:lstStyle>
          <a:p>
            <a:pPr lvl="0" rtl="0"/>
            <a:r>
              <a:rPr lang="es-ES"/>
              <a:t>Haga clic para agregar contenido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49744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a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ítulo 1">
            <a:extLst>
              <a:ext uri="{FF2B5EF4-FFF2-40B4-BE49-F238E27FC236}">
                <a16:creationId xmlns:a16="http://schemas.microsoft.com/office/drawing/2014/main" id="{109B023A-F28F-184D-BA48-3F1C0502AE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4360" y="202400"/>
            <a:ext cx="10972800" cy="1570325"/>
          </a:xfrm>
          <a:prstGeom prst="rect">
            <a:avLst/>
          </a:prstGeom>
        </p:spPr>
        <p:txBody>
          <a:bodyPr lIns="0" tIns="0" rIns="0" bIns="0" rtlCol="0" anchor="b" anchorCtr="0">
            <a:noAutofit/>
          </a:bodyPr>
          <a:lstStyle>
            <a:lvl1pPr>
              <a:defRPr lang="es-ES" sz="4400" b="1" i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sp>
        <p:nvSpPr>
          <p:cNvPr id="9" name="Marcador de posición de la tabla 2">
            <a:extLst>
              <a:ext uri="{FF2B5EF4-FFF2-40B4-BE49-F238E27FC236}">
                <a16:creationId xmlns:a16="http://schemas.microsoft.com/office/drawing/2014/main" id="{1506B022-475A-6647-98FF-D5C319A0C7C4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594360" y="2628629"/>
            <a:ext cx="10972800" cy="3636740"/>
          </a:xfrm>
        </p:spPr>
        <p:txBody>
          <a:bodyPr rtlCol="0">
            <a:noAutofit/>
          </a:bodyPr>
          <a:lstStyle>
            <a:lvl1pPr>
              <a:defRPr lang="es-ES"/>
            </a:lvl1pPr>
          </a:lstStyle>
          <a:p>
            <a:pPr rtl="0"/>
            <a:r>
              <a:rPr lang="en-US"/>
              <a:t>Click icon to add table</a:t>
            </a:r>
            <a:endParaRPr lang="es-ES"/>
          </a:p>
        </p:txBody>
      </p:sp>
      <p:sp>
        <p:nvSpPr>
          <p:cNvPr id="10" name="Marcador de número de diapositiva 9">
            <a:extLst>
              <a:ext uri="{FF2B5EF4-FFF2-40B4-BE49-F238E27FC236}">
                <a16:creationId xmlns:a16="http://schemas.microsoft.com/office/drawing/2014/main" id="{05D79B4B-A9BD-581F-536E-DE7CF728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>
              <a:latin typeface="+mn-lt"/>
            </a:endParaRP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C5EA2E64-5690-A56B-7051-476EC7BADA5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 rtlCol="0"/>
          <a:lstStyle>
            <a:defPPr>
              <a:defRPr lang="es-ES"/>
            </a:defPPr>
          </a:lstStyle>
          <a:p>
            <a:pPr rtl="0"/>
            <a:endParaRPr lang="es-ES" dirty="0">
              <a:latin typeface="+mn-lt"/>
            </a:endParaRP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E66081BA-9135-73B1-DCE5-77FD12431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2148840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04109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00">
          <p15:clr>
            <a:srgbClr val="FBAE40"/>
          </p15:clr>
        </p15:guide>
        <p15:guide id="2" pos="7080">
          <p15:clr>
            <a:srgbClr val="FBAE40"/>
          </p15:clr>
        </p15:guide>
        <p15:guide id="3" pos="2880">
          <p15:clr>
            <a:srgbClr val="FBAE40"/>
          </p15:clr>
        </p15:guide>
        <p15:guide id="4" pos="5160">
          <p15:clr>
            <a:srgbClr val="FBAE40"/>
          </p15:clr>
        </p15:guide>
        <p15:guide id="5" pos="2520">
          <p15:clr>
            <a:srgbClr val="FBAE40"/>
          </p15:clr>
        </p15:guide>
        <p15:guide id="6" pos="4800">
          <p15:clr>
            <a:srgbClr val="FBAE40"/>
          </p15:clr>
        </p15:guide>
        <p15:guide id="7" orient="horz" pos="1224">
          <p15:clr>
            <a:srgbClr val="FBAE40"/>
          </p15:clr>
        </p15:guide>
        <p15:guide id="8" orient="horz" pos="1392">
          <p15:clr>
            <a:srgbClr val="FBAE40"/>
          </p15:clr>
        </p15:guide>
        <p15:guide id="10" orient="horz" pos="55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B6987D-0137-DE42-B76B-FF621E808D9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" y="411479"/>
            <a:ext cx="5486400" cy="3291840"/>
          </a:xfrm>
          <a:prstGeom prst="rect">
            <a:avLst/>
          </a:prstGeom>
        </p:spPr>
        <p:txBody>
          <a:bodyPr lIns="0" tIns="0" rIns="0" bIns="0" rtlCol="0" anchor="b">
            <a:noAutofit/>
          </a:bodyPr>
          <a:lstStyle>
            <a:lvl1pPr algn="l">
              <a:lnSpc>
                <a:spcPct val="80000"/>
              </a:lnSpc>
              <a:defRPr lang="es-ES" sz="6000" b="1" i="0" spc="100" baseline="0">
                <a:solidFill>
                  <a:schemeClr val="bg1"/>
                </a:solidFill>
                <a:latin typeface="+mj-lt"/>
              </a:defRPr>
            </a:lvl1pPr>
          </a:lstStyle>
          <a:p>
            <a:pPr rtl="0"/>
            <a:r>
              <a:rPr lang="es-ES"/>
              <a:t>Haga clic para agregar un título </a:t>
            </a:r>
          </a:p>
        </p:txBody>
      </p:sp>
      <p:grpSp>
        <p:nvGrpSpPr>
          <p:cNvPr id="9" name="Grupo 8">
            <a:extLst>
              <a:ext uri="{FF2B5EF4-FFF2-40B4-BE49-F238E27FC236}">
                <a16:creationId xmlns:a16="http://schemas.microsoft.com/office/drawing/2014/main" id="{C26C18C3-ED25-DD4B-BA72-24932D54DE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/>
          </p:cNvGrpSpPr>
          <p:nvPr userDrawn="1"/>
        </p:nvGrpSpPr>
        <p:grpSpPr bwMode="auto">
          <a:xfrm flipH="1" flipV="1">
            <a:off x="6092752" y="0"/>
            <a:ext cx="6099248" cy="6099248"/>
            <a:chOff x="0" y="12289"/>
            <a:chExt cx="3550" cy="3551"/>
          </a:xfrm>
        </p:grpSpPr>
        <p:sp>
          <p:nvSpPr>
            <p:cNvPr id="10" name="Forma libre 9">
              <a:extLst>
                <a:ext uri="{FF2B5EF4-FFF2-40B4-BE49-F238E27FC236}">
                  <a16:creationId xmlns:a16="http://schemas.microsoft.com/office/drawing/2014/main" id="{C07CC263-2515-F147-8CC5-F8E9FF9FA8E4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2289"/>
              <a:ext cx="1789" cy="2386"/>
            </a:xfrm>
            <a:custGeom>
              <a:avLst/>
              <a:gdLst>
                <a:gd name="T0" fmla="*/ 0 w 1789"/>
                <a:gd name="T1" fmla="+- 0 12290 12290"/>
                <a:gd name="T2" fmla="*/ 12290 h 2386"/>
                <a:gd name="T3" fmla="*/ 0 w 1789"/>
                <a:gd name="T4" fmla="+- 0 13484 12290"/>
                <a:gd name="T5" fmla="*/ 13484 h 2386"/>
                <a:gd name="T6" fmla="*/ 1192 w 1789"/>
                <a:gd name="T7" fmla="+- 0 14676 12290"/>
                <a:gd name="T8" fmla="*/ 14676 h 2386"/>
                <a:gd name="T9" fmla="*/ 1789 w 1789"/>
                <a:gd name="T10" fmla="+- 0 14079 12290"/>
                <a:gd name="T11" fmla="*/ 14079 h 2386"/>
                <a:gd name="T12" fmla="*/ 0 w 1789"/>
                <a:gd name="T13" fmla="+- 0 12290 12290"/>
                <a:gd name="T14" fmla="*/ 12290 h 2386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  <a:cxn ang="0">
                  <a:pos x="T12" y="T14"/>
                </a:cxn>
              </a:cxnLst>
              <a:rect l="0" t="0" r="r" b="b"/>
              <a:pathLst>
                <a:path w="1789" h="2386">
                  <a:moveTo>
                    <a:pt x="0" y="0"/>
                  </a:moveTo>
                  <a:lnTo>
                    <a:pt x="0" y="1194"/>
                  </a:lnTo>
                  <a:lnTo>
                    <a:pt x="1192" y="2386"/>
                  </a:lnTo>
                  <a:lnTo>
                    <a:pt x="1789" y="17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1" name="Forma libre 10">
              <a:extLst>
                <a:ext uri="{FF2B5EF4-FFF2-40B4-BE49-F238E27FC236}">
                  <a16:creationId xmlns:a16="http://schemas.microsoft.com/office/drawing/2014/main" id="{43B40037-7481-524B-8685-404D96569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4678"/>
              <a:ext cx="1162" cy="1162"/>
            </a:xfrm>
            <a:custGeom>
              <a:avLst/>
              <a:gdLst>
                <a:gd name="T0" fmla="*/ 0 w 1162"/>
                <a:gd name="T1" fmla="+- 0 14679 14679"/>
                <a:gd name="T2" fmla="*/ 14679 h 1162"/>
                <a:gd name="T3" fmla="*/ 0 w 1162"/>
                <a:gd name="T4" fmla="+- 0 15840 14679"/>
                <a:gd name="T5" fmla="*/ 15840 h 1162"/>
                <a:gd name="T6" fmla="*/ 1161 w 1162"/>
                <a:gd name="T7" fmla="+- 0 15840 14679"/>
                <a:gd name="T8" fmla="*/ 15840 h 1162"/>
                <a:gd name="T9" fmla="*/ 0 w 1162"/>
                <a:gd name="T10" fmla="+- 0 14679 14679"/>
                <a:gd name="T11" fmla="*/ 14679 h 1162"/>
              </a:gdLst>
              <a:ahLst/>
              <a:cxnLst>
                <a:cxn ang="0">
                  <a:pos x="T0" y="T2"/>
                </a:cxn>
                <a:cxn ang="0">
                  <a:pos x="T3" y="T5"/>
                </a:cxn>
                <a:cxn ang="0">
                  <a:pos x="T6" y="T8"/>
                </a:cxn>
                <a:cxn ang="0">
                  <a:pos x="T9" y="T11"/>
                </a:cxn>
              </a:cxnLst>
              <a:rect l="0" t="0" r="r" b="b"/>
              <a:pathLst>
                <a:path w="1162" h="1162">
                  <a:moveTo>
                    <a:pt x="0" y="0"/>
                  </a:moveTo>
                  <a:lnTo>
                    <a:pt x="0" y="1161"/>
                  </a:lnTo>
                  <a:lnTo>
                    <a:pt x="1161" y="11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  <p:sp>
          <p:nvSpPr>
            <p:cNvPr id="12" name="Forma libre 11">
              <a:extLst>
                <a:ext uri="{FF2B5EF4-FFF2-40B4-BE49-F238E27FC236}">
                  <a16:creationId xmlns:a16="http://schemas.microsoft.com/office/drawing/2014/main" id="{7B759713-8408-EE47-9394-3DA6F5E4B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1" y="14675"/>
              <a:ext cx="2329" cy="1165"/>
            </a:xfrm>
            <a:custGeom>
              <a:avLst/>
              <a:gdLst>
                <a:gd name="T0" fmla="+- 0 3550 1221"/>
                <a:gd name="T1" fmla="*/ T0 w 2329"/>
                <a:gd name="T2" fmla="+- 0 15840 14676"/>
                <a:gd name="T3" fmla="*/ 15840 h 1165"/>
                <a:gd name="T4" fmla="+- 0 2386 1221"/>
                <a:gd name="T5" fmla="*/ T4 w 2329"/>
                <a:gd name="T6" fmla="+- 0 14676 14676"/>
                <a:gd name="T7" fmla="*/ 14676 h 1165"/>
                <a:gd name="T8" fmla="+- 0 1221 1221"/>
                <a:gd name="T9" fmla="*/ T8 w 2329"/>
                <a:gd name="T10" fmla="+- 0 15840 14676"/>
                <a:gd name="T11" fmla="*/ 15840 h 1165"/>
                <a:gd name="T12" fmla="+- 0 3550 1221"/>
                <a:gd name="T13" fmla="*/ T12 w 2329"/>
                <a:gd name="T14" fmla="+- 0 15840 14676"/>
                <a:gd name="T15" fmla="*/ 15840 h 1165"/>
              </a:gdLst>
              <a:ahLst/>
              <a:cxnLst>
                <a:cxn ang="0">
                  <a:pos x="T1" y="T3"/>
                </a:cxn>
                <a:cxn ang="0">
                  <a:pos x="T5" y="T7"/>
                </a:cxn>
                <a:cxn ang="0">
                  <a:pos x="T9" y="T11"/>
                </a:cxn>
                <a:cxn ang="0">
                  <a:pos x="T13" y="T15"/>
                </a:cxn>
              </a:cxnLst>
              <a:rect l="0" t="0" r="r" b="b"/>
              <a:pathLst>
                <a:path w="2329" h="1165">
                  <a:moveTo>
                    <a:pt x="2329" y="1164"/>
                  </a:moveTo>
                  <a:lnTo>
                    <a:pt x="1165" y="0"/>
                  </a:lnTo>
                  <a:lnTo>
                    <a:pt x="0" y="1164"/>
                  </a:lnTo>
                  <a:lnTo>
                    <a:pt x="2329" y="1164"/>
                  </a:lnTo>
                </a:path>
              </a:pathLst>
            </a:custGeom>
            <a:solidFill>
              <a:schemeClr val="accent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rot="0" vert="horz" wrap="square" lIns="91440" tIns="45720" rIns="91440" bIns="45720" rtlCol="0" anchor="t" anchorCtr="0" upright="1">
              <a:noAutofit/>
            </a:bodyPr>
            <a:lstStyle>
              <a:defPPr>
                <a:defRPr lang="es-ES"/>
              </a:defPPr>
            </a:lstStyle>
            <a:p>
              <a:pPr rtl="0"/>
              <a:endParaRPr lang="es-ES" dirty="0"/>
            </a:p>
          </p:txBody>
        </p:sp>
      </p:grpSp>
      <p:sp>
        <p:nvSpPr>
          <p:cNvPr id="18" name="Marcador de texto 29">
            <a:extLst>
              <a:ext uri="{FF2B5EF4-FFF2-40B4-BE49-F238E27FC236}">
                <a16:creationId xmlns:a16="http://schemas.microsoft.com/office/drawing/2014/main" id="{276A9CD7-E675-3048-86D3-3546A2F6B45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4360" y="4549552"/>
            <a:ext cx="5486400" cy="1645920"/>
          </a:xfrm>
        </p:spPr>
        <p:txBody>
          <a:bodyPr lIns="0" tIns="0" rIns="0" bIns="0" rtlCol="0">
            <a:noAutofit/>
          </a:bodyPr>
          <a:lstStyle>
            <a:lvl1pPr marL="0" indent="0">
              <a:buNone/>
              <a:defRPr lang="es-ES" sz="2400" b="1" i="0">
                <a:solidFill>
                  <a:schemeClr val="tx2">
                    <a:lumMod val="75000"/>
                  </a:schemeClr>
                </a:solidFill>
                <a:latin typeface="+mn-lt"/>
              </a:defRPr>
            </a:lvl1pPr>
            <a:lvl2pPr>
              <a:defRPr lang="es-ES" sz="4000"/>
            </a:lvl2pPr>
            <a:lvl3pPr>
              <a:defRPr lang="es-ES" sz="4000"/>
            </a:lvl3pPr>
            <a:lvl4pPr>
              <a:defRPr lang="es-ES" sz="4000"/>
            </a:lvl4pPr>
            <a:lvl5pPr>
              <a:defRPr lang="es-ES" sz="4000"/>
            </a:lvl5pPr>
          </a:lstStyle>
          <a:p>
            <a:pPr lvl="0" rtl="0"/>
            <a:r>
              <a:rPr lang="es-ES"/>
              <a:t>Haga clic para agregar texto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B149C6-5AAC-B8E5-5411-EA38821F67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94360" y="3950208"/>
            <a:ext cx="2133600" cy="3992"/>
          </a:xfrm>
          <a:prstGeom prst="line">
            <a:avLst/>
          </a:prstGeom>
          <a:ln w="101600">
            <a:solidFill>
              <a:schemeClr val="tx2">
                <a:lumMod val="7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9273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EED84C6-50E6-6C43-8031-AFF6268E0C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4360" y="1825625"/>
            <a:ext cx="103822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s-ES"/>
            </a:defPPr>
          </a:lstStyle>
          <a:p>
            <a:pPr lvl="0" rtl="0"/>
            <a:r>
              <a:rPr lang="es-ES"/>
              <a:t>Haga clic para modificar los estilos de texto del patrón</a:t>
            </a:r>
          </a:p>
          <a:p>
            <a:pPr lvl="1" rtl="0"/>
            <a:r>
              <a:rPr lang="es-ES"/>
              <a:t>Segundo nivel</a:t>
            </a:r>
          </a:p>
          <a:p>
            <a:pPr lvl="2" rtl="0"/>
            <a:r>
              <a:rPr lang="es-ES"/>
              <a:t>Tercer nivel</a:t>
            </a:r>
          </a:p>
          <a:p>
            <a:pPr lvl="3" rtl="0"/>
            <a:r>
              <a:rPr lang="es-ES"/>
              <a:t>Cuarto nivel</a:t>
            </a:r>
          </a:p>
          <a:p>
            <a:pPr lvl="4" rtl="0"/>
            <a:r>
              <a:rPr lang="es-ES"/>
              <a:t>Quinto nivel</a:t>
            </a:r>
          </a:p>
        </p:txBody>
      </p:sp>
      <p:sp>
        <p:nvSpPr>
          <p:cNvPr id="12" name="Marcador de título 11">
            <a:extLst>
              <a:ext uri="{FF2B5EF4-FFF2-40B4-BE49-F238E27FC236}">
                <a16:creationId xmlns:a16="http://schemas.microsoft.com/office/drawing/2014/main" id="{D41FC0AE-253D-D242-9C88-017078F8A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365125"/>
            <a:ext cx="104013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/>
              <a:t>Haga clic para modificar el estilo de título del patrón</a:t>
            </a:r>
          </a:p>
        </p:txBody>
      </p:sp>
      <p:sp>
        <p:nvSpPr>
          <p:cNvPr id="30" name="Marcador de fecha 3">
            <a:extLst>
              <a:ext uri="{FF2B5EF4-FFF2-40B4-BE49-F238E27FC236}">
                <a16:creationId xmlns:a16="http://schemas.microsoft.com/office/drawing/2014/main" id="{EF47083A-6D76-4B4D-87CA-E08E212F7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33648" y="6332220"/>
            <a:ext cx="131318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0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endParaRPr lang="es-ES" dirty="0">
              <a:latin typeface="+mn-lt"/>
            </a:endParaRPr>
          </a:p>
        </p:txBody>
      </p:sp>
      <p:sp>
        <p:nvSpPr>
          <p:cNvPr id="32" name="Marcador de número de diapositiva 5">
            <a:extLst>
              <a:ext uri="{FF2B5EF4-FFF2-40B4-BE49-F238E27FC236}">
                <a16:creationId xmlns:a16="http://schemas.microsoft.com/office/drawing/2014/main" id="{C8ADA0DF-3751-9A48-8A21-59F01C782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94360" y="6332220"/>
            <a:ext cx="523240" cy="247651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lang="es-ES" sz="1100" b="1" i="0">
                <a:solidFill>
                  <a:schemeClr val="bg1"/>
                </a:solidFill>
                <a:latin typeface="+mn-lt"/>
              </a:defRPr>
            </a:lvl1pPr>
          </a:lstStyle>
          <a:p>
            <a:pPr rtl="0"/>
            <a:fld id="{294A09A9-5501-47C1-A89A-A340965A2BE2}" type="slidenum">
              <a:rPr lang="es-ES" smtClean="0"/>
              <a:pPr rtl="0"/>
              <a:t>‹#›</a:t>
            </a:fld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1" r:id="rId1"/>
    <p:sldLayoutId id="2147483698" r:id="rId2"/>
    <p:sldLayoutId id="2147483710" r:id="rId3"/>
    <p:sldLayoutId id="2147483700" r:id="rId4"/>
    <p:sldLayoutId id="2147483701" r:id="rId5"/>
    <p:sldLayoutId id="2147483659" r:id="rId6"/>
    <p:sldLayoutId id="2147483709" r:id="rId7"/>
    <p:sldLayoutId id="2147483708" r:id="rId8"/>
    <p:sldLayoutId id="2147483707" r:id="rId9"/>
    <p:sldLayoutId id="2147483706" r:id="rId10"/>
    <p:sldLayoutId id="2147483705" r:id="rId11"/>
    <p:sldLayoutId id="2147483704" r:id="rId12"/>
    <p:sldLayoutId id="2147483703" r:id="rId13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lang="es-ES" sz="4400" b="1" i="0" kern="1200" spc="100" baseline="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 lang="es-ES">
          <a:solidFill>
            <a:schemeClr val="tx2"/>
          </a:solidFill>
        </a:defRPr>
      </a:lvl2pPr>
      <a:lvl3pPr eaLnBrk="1" hangingPunct="1">
        <a:defRPr lang="es-ES">
          <a:solidFill>
            <a:schemeClr val="tx2"/>
          </a:solidFill>
        </a:defRPr>
      </a:lvl3pPr>
      <a:lvl4pPr eaLnBrk="1" hangingPunct="1">
        <a:defRPr lang="es-ES">
          <a:solidFill>
            <a:schemeClr val="tx2"/>
          </a:solidFill>
        </a:defRPr>
      </a:lvl4pPr>
      <a:lvl5pPr eaLnBrk="1" hangingPunct="1">
        <a:defRPr lang="es-ES">
          <a:solidFill>
            <a:schemeClr val="tx2"/>
          </a:solidFill>
        </a:defRPr>
      </a:lvl5pPr>
      <a:lvl6pPr eaLnBrk="1" hangingPunct="1">
        <a:defRPr lang="es-ES">
          <a:solidFill>
            <a:schemeClr val="tx2"/>
          </a:solidFill>
        </a:defRPr>
      </a:lvl6pPr>
      <a:lvl7pPr eaLnBrk="1" hangingPunct="1">
        <a:defRPr lang="es-ES">
          <a:solidFill>
            <a:schemeClr val="tx2"/>
          </a:solidFill>
        </a:defRPr>
      </a:lvl7pPr>
      <a:lvl8pPr eaLnBrk="1" hangingPunct="1">
        <a:defRPr lang="es-ES">
          <a:solidFill>
            <a:schemeClr val="tx2"/>
          </a:solidFill>
        </a:defRPr>
      </a:lvl8pPr>
      <a:lvl9pPr eaLnBrk="1" hangingPunct="1">
        <a:defRPr lang="es-ES">
          <a:solidFill>
            <a:schemeClr val="tx2"/>
          </a:solidFill>
        </a:defRPr>
      </a:lvl9pPr>
    </p:titleStyle>
    <p:bodyStyle>
      <a:lvl1pPr marL="228600" indent="-283464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lang="es-ES" sz="2800" b="0" i="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400" b="0" i="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2000" b="0" i="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b="0" i="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lang="es-ES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600" userDrawn="1">
          <p15:clr>
            <a:srgbClr val="547EBF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48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pos="39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org&amp;utm_campaign=parser&amp;utm_content=thumbnai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1D9D6-2977-ABCD-FDF8-51AFA5064E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09904" y="411479"/>
            <a:ext cx="5486400" cy="3291840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Distribución Normal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D9DA48D4-B09D-1E6C-2363-8349FD6E6080}"/>
              </a:ext>
            </a:extLst>
          </p:cNvPr>
          <p:cNvSpPr txBox="1">
            <a:spLocks/>
          </p:cNvSpPr>
          <p:nvPr/>
        </p:nvSpPr>
        <p:spPr>
          <a:xfrm>
            <a:off x="6309904" y="1331630"/>
            <a:ext cx="5486400" cy="32918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defPPr>
              <a:defRPr lang="es-ES"/>
            </a:defPPr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lang="es-ES" sz="6000" b="1" i="0" kern="1200" spc="100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 lang="es-ES">
                <a:solidFill>
                  <a:schemeClr val="tx2"/>
                </a:solidFill>
              </a:defRPr>
            </a:lvl2pPr>
            <a:lvl3pPr eaLnBrk="1" hangingPunct="1">
              <a:defRPr lang="es-ES">
                <a:solidFill>
                  <a:schemeClr val="tx2"/>
                </a:solidFill>
              </a:defRPr>
            </a:lvl3pPr>
            <a:lvl4pPr eaLnBrk="1" hangingPunct="1">
              <a:defRPr lang="es-ES">
                <a:solidFill>
                  <a:schemeClr val="tx2"/>
                </a:solidFill>
              </a:defRPr>
            </a:lvl4pPr>
            <a:lvl5pPr eaLnBrk="1" hangingPunct="1">
              <a:defRPr lang="es-ES">
                <a:solidFill>
                  <a:schemeClr val="tx2"/>
                </a:solidFill>
              </a:defRPr>
            </a:lvl5pPr>
            <a:lvl6pPr eaLnBrk="1" hangingPunct="1">
              <a:defRPr lang="es-ES">
                <a:solidFill>
                  <a:schemeClr val="tx2"/>
                </a:solidFill>
              </a:defRPr>
            </a:lvl6pPr>
            <a:lvl7pPr eaLnBrk="1" hangingPunct="1">
              <a:defRPr lang="es-ES">
                <a:solidFill>
                  <a:schemeClr val="tx2"/>
                </a:solidFill>
              </a:defRPr>
            </a:lvl7pPr>
            <a:lvl8pPr eaLnBrk="1" hangingPunct="1">
              <a:defRPr lang="es-ES">
                <a:solidFill>
                  <a:schemeClr val="tx2"/>
                </a:solidFill>
              </a:defRPr>
            </a:lvl8pPr>
            <a:lvl9pPr eaLnBrk="1" hangingPunct="1">
              <a:defRPr lang="es-ES">
                <a:solidFill>
                  <a:schemeClr val="tx2"/>
                </a:solidFill>
              </a:defRPr>
            </a:lvl9pPr>
          </a:lstStyle>
          <a:p>
            <a:r>
              <a:rPr lang="es-MX" sz="3200" b="0" dirty="0"/>
              <a:t>Juan José Robles Gómez</a:t>
            </a:r>
          </a:p>
        </p:txBody>
      </p:sp>
    </p:spTree>
    <p:extLst>
      <p:ext uri="{BB962C8B-B14F-4D97-AF65-F5344CB8AC3E}">
        <p14:creationId xmlns:p14="http://schemas.microsoft.com/office/powerpoint/2010/main" val="3390304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05346ED-721D-85EE-2F1B-A31D0912DE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189572"/>
            <a:ext cx="6787747" cy="1020103"/>
          </a:xfrm>
        </p:spPr>
        <p:txBody>
          <a:bodyPr rtlCol="0" anchor="b">
            <a:normAutofit/>
          </a:bodyPr>
          <a:lstStyle>
            <a:defPPr>
              <a:defRPr lang="es-ES"/>
            </a:defPPr>
          </a:lstStyle>
          <a:p>
            <a:pPr rtl="0"/>
            <a:r>
              <a:rPr lang="es-ES" dirty="0"/>
              <a:t>Forma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B1C603-3DEE-09EA-5B33-356B5B4D1D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3106" y="1304887"/>
            <a:ext cx="9081994" cy="529026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8848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2B85C-BA77-6E68-583E-5FA3DC2D1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85C592-0F54-E990-E6EB-858A2BB04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Características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2D2415B-7CC3-ED1D-94A6-3957E609743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594360" y="2676525"/>
            <a:ext cx="10550968" cy="3597470"/>
          </a:xfrm>
        </p:spPr>
        <p:txBody>
          <a:bodyPr rtlCol="0">
            <a:normAutofit fontScale="92500" lnSpcReduction="20000"/>
          </a:bodyPr>
          <a:lstStyle>
            <a:defPPr>
              <a:defRPr lang="es-ES"/>
            </a:defPPr>
          </a:lstStyle>
          <a:p>
            <a:pPr lvl="0"/>
            <a:r>
              <a:rPr lang="es-MX" b="1" dirty="0"/>
              <a:t>Forma de campana</a:t>
            </a:r>
          </a:p>
          <a:p>
            <a:pPr lvl="0"/>
            <a:r>
              <a:rPr lang="es-MX" b="1" dirty="0"/>
              <a:t>Medida central idéntica:</a:t>
            </a:r>
            <a:r>
              <a:rPr lang="es-MX" dirty="0"/>
              <a:t> La </a:t>
            </a:r>
            <a:r>
              <a:rPr lang="es-MX" b="1" dirty="0"/>
              <a:t>media</a:t>
            </a:r>
            <a:r>
              <a:rPr lang="es-MX" dirty="0"/>
              <a:t> (promedio), la </a:t>
            </a:r>
            <a:r>
              <a:rPr lang="es-MX" b="1" dirty="0"/>
              <a:t>mediana</a:t>
            </a:r>
            <a:r>
              <a:rPr lang="es-MX" dirty="0"/>
              <a:t> (valor central) y la </a:t>
            </a:r>
            <a:r>
              <a:rPr lang="es-MX" b="1" dirty="0"/>
              <a:t>moda</a:t>
            </a:r>
            <a:r>
              <a:rPr lang="es-MX" dirty="0"/>
              <a:t> (el dato que más se repite) tienen exactamente el mismo valor. </a:t>
            </a:r>
          </a:p>
          <a:p>
            <a:pPr lvl="0"/>
            <a:r>
              <a:rPr lang="es-MX" b="1" dirty="0"/>
              <a:t>Simetría perfecta:</a:t>
            </a:r>
            <a:r>
              <a:rPr lang="es-MX" dirty="0"/>
              <a:t> Si divides la campana a la mitad por la media, el lado izquierdo es un reflejo exacto del lado derecho. </a:t>
            </a:r>
          </a:p>
          <a:p>
            <a:pPr lvl="0"/>
            <a:r>
              <a:rPr lang="es-MX" b="1" dirty="0"/>
              <a:t>Definida por dos parámetros:</a:t>
            </a:r>
            <a:r>
              <a:rPr lang="es-MX" dirty="0"/>
              <a:t> Se describe por completo usando solo la </a:t>
            </a:r>
            <a:r>
              <a:rPr lang="es-MX" b="1" dirty="0"/>
              <a:t>media </a:t>
            </a:r>
            <a:r>
              <a:rPr lang="es-MX" dirty="0"/>
              <a:t>que indica el centro y la </a:t>
            </a:r>
            <a:r>
              <a:rPr lang="es-MX" b="1" dirty="0"/>
              <a:t>desviación estándar </a:t>
            </a:r>
          </a:p>
          <a:p>
            <a:pPr lvl="0"/>
            <a:r>
              <a:rPr lang="es-MX" b="1" dirty="0"/>
              <a:t>Comportamiento asintótico:</a:t>
            </a:r>
            <a:r>
              <a:rPr lang="es-MX" dirty="0"/>
              <a:t> Los extremos de la curva (colas) se extienden infinitamente en ambas direcciones sin tocar nunca el eje horizontal. </a:t>
            </a:r>
          </a:p>
          <a:p>
            <a:pPr lvl="0"/>
            <a:r>
              <a:rPr lang="es-MX" b="1" dirty="0"/>
              <a:t>Área total igual a 1:</a:t>
            </a:r>
            <a:r>
              <a:rPr lang="es-MX" dirty="0"/>
              <a:t> El área geométrica total bajo la curva de la función de densidad representa el 100% de las probabilidades</a:t>
            </a:r>
          </a:p>
        </p:txBody>
      </p:sp>
    </p:spTree>
    <p:extLst>
      <p:ext uri="{BB962C8B-B14F-4D97-AF65-F5344CB8AC3E}">
        <p14:creationId xmlns:p14="http://schemas.microsoft.com/office/powerpoint/2010/main" val="2804222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73261-CBE5-A1BE-0871-4AE0EF024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B5C8D2-B9AE-BEF9-E79F-BF5B2B3C5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Parámetros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B3836741-F5AE-D863-A20F-EDFCF2B48E3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A411D73D-7914-3080-2AEA-4D15BE83CD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73D31A8-AF6C-076F-A391-9C39D75D99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4360" y="2485731"/>
              <a:ext cx="10205049" cy="3178925"/>
            </p:xfrm>
            <a:graphic>
              <a:graphicData uri="http://schemas.openxmlformats.org/drawingml/2006/table">
                <a:tbl>
                  <a:tblPr>
                    <a:tableStyleId>{8A107856-5554-42FB-B03E-39F5DBC370BA}</a:tableStyleId>
                  </a:tblPr>
                  <a:tblGrid>
                    <a:gridCol w="4804258">
                      <a:extLst>
                        <a:ext uri="{9D8B030D-6E8A-4147-A177-3AD203B41FA5}">
                          <a16:colId xmlns:a16="http://schemas.microsoft.com/office/drawing/2014/main" val="2133198970"/>
                        </a:ext>
                      </a:extLst>
                    </a:gridCol>
                    <a:gridCol w="5400791">
                      <a:extLst>
                        <a:ext uri="{9D8B030D-6E8A-4147-A177-3AD203B41FA5}">
                          <a16:colId xmlns:a16="http://schemas.microsoft.com/office/drawing/2014/main" val="701213709"/>
                        </a:ext>
                      </a:extLst>
                    </a:gridCol>
                  </a:tblGrid>
                  <a:tr h="474840">
                    <a:tc>
                      <a:txBody>
                        <a:bodyPr/>
                        <a:lstStyle/>
                        <a:p>
                          <a:pPr marR="0" algn="l" fontAlgn="t">
                            <a:buNone/>
                          </a:pPr>
                          <a:r>
                            <a:rPr lang="es-MX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Parámetros</a:t>
                          </a:r>
                          <a:endParaRPr lang="es-MX" sz="16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L="0"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MX" sz="1300"/>
                                  <m:t>𝜇</m:t>
                                </m:r>
                                <m:r>
                                  <a:rPr lang="es-MX" sz="1300"/>
                                  <m:t>∈</m:t>
                                </m:r>
                                <m:r>
                                  <a:rPr lang="es-MX" sz="1300"/>
                                  <m:t>ℝ</m:t>
                                </m:r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dirty="0">
                            <a:effectLst/>
                          </a:endParaRPr>
                        </a:p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MX" sz="1300"/>
                                  <m:t>𝜎</m:t>
                                </m:r>
                                <m:r>
                                  <a:rPr lang="es-MX" sz="1300"/>
                                  <m:t>&gt;0  </m:t>
                                </m:r>
                              </m:oMath>
                            </m:oMathPara>
                          </a14:m>
                          <a:endParaRPr lang="es-MX" sz="8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1731581644"/>
                      </a:ext>
                    </a:extLst>
                  </a:tr>
                  <a:tr h="271337">
                    <a:tc>
                      <a:txBody>
                        <a:bodyPr/>
                        <a:lstStyle/>
                        <a:p>
                          <a:pPr marR="0" algn="l" fontAlgn="t">
                            <a:buNone/>
                          </a:pPr>
                          <a:r>
                            <a:rPr lang="es-MX" sz="16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Dominio</a:t>
                          </a:r>
                          <a:endParaRPr lang="es-MX" sz="16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MX" sz="1300"/>
                                  <m:t>𝑥</m:t>
                                </m:r>
                                <m:r>
                                  <a:rPr lang="es-MX" sz="1300"/>
                                  <m:t>∈</m:t>
                                </m:r>
                                <m:r>
                                  <a:rPr lang="es-MX" sz="1300"/>
                                  <m:t>ℝ</m:t>
                                </m:r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676445551"/>
                      </a:ext>
                    </a:extLst>
                  </a:tr>
                  <a:tr h="520770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Función de densidad 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f>
                                  <m:fPr>
                                    <m:ctrlPr>
                                      <a:rPr lang="es-MX" sz="1300"/>
                                    </m:ctrlPr>
                                  </m:fPr>
                                  <m:num>
                                    <m:r>
                                      <a:rPr lang="es-MX" sz="1300"/>
                                      <m:t>1</m:t>
                                    </m:r>
                                  </m:num>
                                  <m:den>
                                    <m:r>
                                      <a:rPr lang="es-MX" sz="1300"/>
                                      <m:t>𝜎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s-MX" sz="1300"/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MX" sz="1300"/>
                                          <m:t>2</m:t>
                                        </m:r>
                                        <m:r>
                                          <a:rPr lang="es-MX" sz="1300"/>
                                          <m:t>𝜋</m:t>
                                        </m:r>
                                      </m:e>
                                    </m:rad>
                                  </m:den>
                                </m:f>
                                <m:r>
                                  <a:rPr lang="es-MX" sz="1300"/>
                                  <m:t> </m:t>
                                </m:r>
                                <m:sSup>
                                  <m:sSupPr>
                                    <m:ctrlPr>
                                      <a:rPr lang="es-MX" sz="1300"/>
                                    </m:ctrlPr>
                                  </m:sSupPr>
                                  <m:e>
                                    <m:r>
                                      <a:rPr lang="es-MX" sz="1300"/>
                                      <m:t>𝑒</m:t>
                                    </m:r>
                                  </m:e>
                                  <m:sup>
                                    <m:r>
                                      <a:rPr lang="es-MX" sz="1300"/>
                                      <m:t>−</m:t>
                                    </m:r>
                                    <m:f>
                                      <m:fPr>
                                        <m:ctrlPr>
                                          <a:rPr lang="es-MX" sz="1300"/>
                                        </m:ctrlPr>
                                      </m:fPr>
                                      <m:num>
                                        <m:sSup>
                                          <m:sSupPr>
                                            <m:ctrlPr>
                                              <a:rPr lang="es-MX" sz="1300"/>
                                            </m:ctrlPr>
                                          </m:sSupPr>
                                          <m:e>
                                            <m:d>
                                              <m:dPr>
                                                <m:ctrlPr>
                                                  <a:rPr lang="es-MX" sz="1300"/>
                                                </m:ctrlPr>
                                              </m:dPr>
                                              <m:e>
                                                <m:r>
                                                  <a:rPr lang="es-MX" sz="1300"/>
                                                  <m:t>𝑥</m:t>
                                                </m:r>
                                                <m:r>
                                                  <a:rPr lang="es-MX" sz="1300"/>
                                                  <m:t>−</m:t>
                                                </m:r>
                                                <m:r>
                                                  <a:rPr lang="es-MX" sz="1300"/>
                                                  <m:t>𝜇</m:t>
                                                </m:r>
                                              </m:e>
                                            </m:d>
                                          </m:e>
                                          <m:sup>
                                            <m:r>
                                              <a:rPr lang="es-MX" sz="1300"/>
                                              <m:t>2</m:t>
                                            </m:r>
                                          </m:sup>
                                        </m:sSup>
                                      </m:num>
                                      <m:den>
                                        <m:r>
                                          <a:rPr lang="es-MX" sz="1300"/>
                                          <m:t>2</m:t>
                                        </m:r>
                                        <m:sSup>
                                          <m:sSupPr>
                                            <m:ctrlPr>
                                              <a:rPr lang="es-MX" sz="1300"/>
                                            </m:ctrlPr>
                                          </m:sSupPr>
                                          <m:e>
                                            <m:r>
                                              <a:rPr lang="es-MX" sz="1300"/>
                                              <m:t>𝜎</m:t>
                                            </m:r>
                                          </m:e>
                                          <m:sup>
                                            <m:r>
                                              <a:rPr lang="es-MX" sz="1300"/>
                                              <m:t>2</m:t>
                                            </m:r>
                                          </m:sup>
                                        </m:sSup>
                                      </m:den>
                                    </m:f>
                                  </m:sup>
                                </m:sSup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1431692785"/>
                      </a:ext>
                    </a:extLst>
                  </a:tr>
                  <a:tr h="271337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Media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MX" sz="1300"/>
                                  <m:t>𝜇</m:t>
                                </m:r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3266553014"/>
                      </a:ext>
                    </a:extLst>
                  </a:tr>
                  <a:tr h="271337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Mediana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MX" sz="1300"/>
                                  <m:t>𝜇</m:t>
                                </m:r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1606193515"/>
                      </a:ext>
                    </a:extLst>
                  </a:tr>
                  <a:tr h="271337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Moda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r>
                                  <a:rPr lang="es-MX" sz="1300"/>
                                  <m:t>𝜇</m:t>
                                </m:r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2171384963"/>
                      </a:ext>
                    </a:extLst>
                  </a:tr>
                  <a:tr h="271337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Varianza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14:m>
                            <m:oMathPara xmlns:m="http://schemas.openxmlformats.org/officeDocument/2006/math">
                              <m:oMath>
                                <m:sSup>
                                  <m:sSupPr>
                                    <m:ctrlPr>
                                      <a:rPr lang="es-MX" sz="1300"/>
                                    </m:ctrlPr>
                                  </m:sSupPr>
                                  <m:e>
                                    <m:r>
                                      <a:rPr lang="es-MX" sz="1300"/>
                                      <m:t>𝜎</m:t>
                                    </m:r>
                                  </m:e>
                                  <m:sup>
                                    <m:r>
                                      <a:rPr lang="es-MX" sz="1300"/>
                                      <m:t>2</m:t>
                                    </m:r>
                                  </m:sup>
                                </m:sSup>
                                <m:r>
                                  <a:rPr lang="es-MX" sz="1300"/>
                                  <m:t>  </m:t>
                                </m:r>
                              </m:oMath>
                            </m:oMathPara>
                          </a14:m>
                          <a:endParaRPr lang="es-MX" sz="8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4057839918"/>
                      </a:ext>
                    </a:extLst>
                  </a:tr>
                  <a:tr h="189936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Coeficiente de simetría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:r>
                            <a:rPr lang="es-MX" sz="800">
                              <a:effectLst/>
                            </a:rPr>
                            <a:t>0</a:t>
                          </a:r>
                          <a:endParaRPr lang="es-MX" sz="8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1839240261"/>
                      </a:ext>
                    </a:extLst>
                  </a:tr>
                  <a:tr h="189936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Curtosis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:r>
                            <a:rPr lang="es-MX" sz="800" dirty="0">
                              <a:effectLst/>
                            </a:rPr>
                            <a:t>0</a:t>
                          </a:r>
                          <a:endParaRPr lang="es-MX" sz="8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367727585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173D31A8-AF6C-076F-A391-9C39D75D9949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594360" y="2485731"/>
              <a:ext cx="10205049" cy="3178925"/>
            </p:xfrm>
            <a:graphic>
              <a:graphicData uri="http://schemas.openxmlformats.org/drawingml/2006/table">
                <a:tbl>
                  <a:tblPr>
                    <a:tableStyleId>{8A107856-5554-42FB-B03E-39F5DBC370BA}</a:tableStyleId>
                  </a:tblPr>
                  <a:tblGrid>
                    <a:gridCol w="4804258">
                      <a:extLst>
                        <a:ext uri="{9D8B030D-6E8A-4147-A177-3AD203B41FA5}">
                          <a16:colId xmlns:a16="http://schemas.microsoft.com/office/drawing/2014/main" val="2133198970"/>
                        </a:ext>
                      </a:extLst>
                    </a:gridCol>
                    <a:gridCol w="5400791">
                      <a:extLst>
                        <a:ext uri="{9D8B030D-6E8A-4147-A177-3AD203B41FA5}">
                          <a16:colId xmlns:a16="http://schemas.microsoft.com/office/drawing/2014/main" val="701213709"/>
                        </a:ext>
                      </a:extLst>
                    </a:gridCol>
                  </a:tblGrid>
                  <a:tr h="474840">
                    <a:tc>
                      <a:txBody>
                        <a:bodyPr/>
                        <a:lstStyle/>
                        <a:p>
                          <a:pPr marR="0" algn="l" fontAlgn="t">
                            <a:buNone/>
                          </a:pPr>
                          <a:r>
                            <a:rPr lang="es-MX" sz="160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Parámetros</a:t>
                          </a:r>
                          <a:endParaRPr lang="es-MX" sz="16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5128" r="-226" b="-5884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31581644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R="0" algn="l" fontAlgn="t">
                            <a:buNone/>
                          </a:pPr>
                          <a:r>
                            <a:rPr lang="es-MX" sz="1600" u="none" strike="noStrike" dirty="0">
                              <a:effectLst/>
                              <a:latin typeface="Arial" panose="020B0604020202020204" pitchFamily="34" charset="0"/>
                              <a:cs typeface="Arial" panose="020B0604020202020204" pitchFamily="34" charset="0"/>
                            </a:rPr>
                            <a:t>Dominio</a:t>
                          </a:r>
                          <a:endParaRPr lang="es-MX" sz="16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160784" r="-226" b="-8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676445551"/>
                      </a:ext>
                    </a:extLst>
                  </a:tr>
                  <a:tr h="522367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Función de densidad 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154651" r="-226" b="-37441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31692785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Media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421154" r="-226" b="-51923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266553014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Mediana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531373" r="-226" b="-4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6193515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Moda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631373" r="-226" b="-3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71384963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Varianza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endParaRPr lang="es-MX"/>
                        </a:p>
                      </a:txBody>
                      <a:tcPr marL="67834" marR="67834" marT="33917" marB="33917">
                        <a:blipFill>
                          <a:blip r:embed="rId4"/>
                          <a:stretch>
                            <a:fillRect l="-89165" t="-731373" r="-226" b="-22941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57839918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Coeficiente de simetría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:r>
                            <a:rPr lang="es-MX" sz="800">
                              <a:effectLst/>
                            </a:rPr>
                            <a:t>0</a:t>
                          </a:r>
                          <a:endParaRPr lang="es-MX" sz="800" b="0" i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1839240261"/>
                      </a:ext>
                    </a:extLst>
                  </a:tr>
                  <a:tr h="311674">
                    <a:tc>
                      <a:txBody>
                        <a:bodyPr/>
                        <a:lstStyle/>
                        <a:p>
                          <a:pPr marL="0" marR="0" algn="l" defTabSz="914400" rtl="0" eaLnBrk="1" fontAlgn="t" latinLnBrk="0" hangingPunct="1">
                            <a:buNone/>
                          </a:pPr>
                          <a:r>
                            <a:rPr lang="es-MX" sz="1600" u="none" strike="noStrike" kern="1200" dirty="0">
                              <a:solidFill>
                                <a:schemeClr val="dk1"/>
                              </a:solidFill>
                              <a:effectLst/>
                              <a:latin typeface="Arial" panose="020B0604020202020204" pitchFamily="34" charset="0"/>
                              <a:ea typeface="+mn-ea"/>
                              <a:cs typeface="Arial" panose="020B0604020202020204" pitchFamily="34" charset="0"/>
                            </a:rPr>
                            <a:t>Curtosis</a:t>
                          </a:r>
                        </a:p>
                      </a:txBody>
                      <a:tcPr marL="67834" marR="67834" marT="33917" marB="33917"/>
                    </a:tc>
                    <a:tc>
                      <a:txBody>
                        <a:bodyPr/>
                        <a:lstStyle/>
                        <a:p>
                          <a:pPr marR="0" algn="ctr" fontAlgn="t">
                            <a:buNone/>
                          </a:pPr>
                          <a:r>
                            <a:rPr lang="es-MX" sz="800" dirty="0">
                              <a:effectLst/>
                            </a:rPr>
                            <a:t>0</a:t>
                          </a:r>
                          <a:endParaRPr lang="es-MX" sz="800" b="0" i="0" dirty="0">
                            <a:solidFill>
                              <a:srgbClr val="202122"/>
                            </a:solidFill>
                            <a:effectLst/>
                            <a:latin typeface="Arial" panose="020B0604020202020204" pitchFamily="34" charset="0"/>
                          </a:endParaRPr>
                        </a:p>
                      </a:txBody>
                      <a:tcPr marL="67834" marR="67834" marT="33917" marB="33917"/>
                    </a:tc>
                    <a:extLst>
                      <a:ext uri="{0D108BD9-81ED-4DB2-BD59-A6C34878D82A}">
                        <a16:rowId xmlns:a16="http://schemas.microsoft.com/office/drawing/2014/main" val="36772758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00686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A80901-3CC3-072E-9A8C-E6100BF4F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228AF9-6791-E513-EEE6-B459DC0B3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Ejemplos de distribuciones normales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D4184CDA-7BEB-583C-206F-0FECDCC0905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3E82CFE2-492D-43E4-40F7-70D7A80DFB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124925B-1D82-9FF8-518F-FE7A118061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5889804"/>
              </p:ext>
            </p:extLst>
          </p:nvPr>
        </p:nvGraphicFramePr>
        <p:xfrm>
          <a:off x="747622" y="2225614"/>
          <a:ext cx="10696755" cy="4017804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565585">
                  <a:extLst>
                    <a:ext uri="{9D8B030D-6E8A-4147-A177-3AD203B41FA5}">
                      <a16:colId xmlns:a16="http://schemas.microsoft.com/office/drawing/2014/main" val="2060806604"/>
                    </a:ext>
                  </a:extLst>
                </a:gridCol>
                <a:gridCol w="3565585">
                  <a:extLst>
                    <a:ext uri="{9D8B030D-6E8A-4147-A177-3AD203B41FA5}">
                      <a16:colId xmlns:a16="http://schemas.microsoft.com/office/drawing/2014/main" val="2604659190"/>
                    </a:ext>
                  </a:extLst>
                </a:gridCol>
                <a:gridCol w="3565585">
                  <a:extLst>
                    <a:ext uri="{9D8B030D-6E8A-4147-A177-3AD203B41FA5}">
                      <a16:colId xmlns:a16="http://schemas.microsoft.com/office/drawing/2014/main" val="1441257835"/>
                    </a:ext>
                  </a:extLst>
                </a:gridCol>
              </a:tblGrid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Tipo de métrica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/>
                        <a:t>Ejemplo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Por qué puede aproximarse a Normal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825625353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Altura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Altura de adultos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Intervienen muchos factores genéticos y ambientales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878356328"/>
                  </a:ext>
                </a:extLst>
              </a:tr>
              <a:tr h="400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Peso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Peso de personas de una población relativamente homogénea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Muchos factores contribuyen al valor final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169120637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Presión arterial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Presión sistólica de adultos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Variación producida por múltiples factores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498601789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Errores de medición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Error de un instrumento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Pequeños errores independientes se acumulan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10126672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Tiempo de reacción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Tiempo de respuesta en una prueba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Puede aproximarse a Normal en ciertos grupos/condiciones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517247324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Calificaciones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Resultado de una prueba estandarizada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Muchos factores influyen en el desempeño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2304926522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Temperatura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Variaciones alrededor de una temperatura promedio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Variación alrededor de un valor central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547569018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Producción industrial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Dimensión de una pieza fabricada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Variaciones pequeñas de muchos factores del proceso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4265075121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Rendimiento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Diferencia entre rendimiento esperado y observado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Muchos factores aleatorios contribuyen al error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12995024"/>
                  </a:ext>
                </a:extLst>
              </a:tr>
              <a:tr h="4009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Tiempos de proceso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Variación en duración de una tarea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Puede ser aproximadamente Normal si las variaciones son simétricas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3553576073"/>
                  </a:ext>
                </a:extLst>
              </a:tr>
              <a:tr h="2806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Mediciones de laboratorio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Concentración medida repetidamente</a:t>
                      </a:r>
                    </a:p>
                  </a:txBody>
                  <a:tcPr marL="44859" marR="44859" marT="22430" marB="2243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Error aleatorio de medición suele aproximarse a Normal</a:t>
                      </a:r>
                    </a:p>
                  </a:txBody>
                  <a:tcPr marL="44859" marR="44859" marT="22430" marB="22430" anchor="ctr"/>
                </a:tc>
                <a:extLst>
                  <a:ext uri="{0D108BD9-81ED-4DB2-BD59-A6C34878D82A}">
                    <a16:rowId xmlns:a16="http://schemas.microsoft.com/office/drawing/2014/main" val="10883104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9066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E613-74FA-4ADA-E3C2-93C9373FC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8BBFE7-04F3-B2AA-D11F-33532478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Características de distribuciones NO normales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C65D55F8-7DE8-5B6C-F634-A327743F89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0B385BED-358F-8434-A6B7-A7EAA90D28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450DEF-3881-A511-0816-53CADB368AA8}"/>
              </a:ext>
            </a:extLst>
          </p:cNvPr>
          <p:cNvSpPr txBox="1"/>
          <p:nvPr/>
        </p:nvSpPr>
        <p:spPr>
          <a:xfrm>
            <a:off x="1311214" y="2536166"/>
            <a:ext cx="895421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chemeClr val="bg1"/>
                </a:solidFill>
              </a:rPr>
              <a:t>Efectos multiplicativos </a:t>
            </a:r>
            <a:r>
              <a:rPr lang="es-MX" sz="2800" dirty="0">
                <a:solidFill>
                  <a:schemeClr val="bg1"/>
                </a:solidFill>
              </a:rPr>
              <a:t>(ej. Interés compuesto, crecimiento de tejidos por volumen/peso.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chemeClr val="bg1"/>
                </a:solidFill>
              </a:rPr>
              <a:t>Sistemas complejos y leyes de potencias </a:t>
            </a:r>
            <a:r>
              <a:rPr lang="es-MX" sz="2800" dirty="0">
                <a:solidFill>
                  <a:schemeClr val="bg1"/>
                </a:solidFill>
              </a:rPr>
              <a:t>: Redes donde una sola influencia tiene un impacto masivo y desproporcionado.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2800" b="1" dirty="0">
                <a:solidFill>
                  <a:schemeClr val="bg1"/>
                </a:solidFill>
              </a:rPr>
              <a:t>Limites físicos </a:t>
            </a:r>
            <a:r>
              <a:rPr lang="es-MX" sz="2800" dirty="0">
                <a:solidFill>
                  <a:schemeClr val="bg1"/>
                </a:solidFill>
              </a:rPr>
              <a:t>(imposibilidad de valores menores a 0)</a:t>
            </a:r>
          </a:p>
        </p:txBody>
      </p:sp>
    </p:spTree>
    <p:extLst>
      <p:ext uri="{BB962C8B-B14F-4D97-AF65-F5344CB8AC3E}">
        <p14:creationId xmlns:p14="http://schemas.microsoft.com/office/powerpoint/2010/main" val="11987081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6BEE7-3CAD-F18C-1BDB-4CADFD795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119848-4DB8-73B0-0423-343CF4AD8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Ejemplos de distribuciones NO normales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E5395D2C-A11B-A87F-DAC8-7B1648D936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195DC547-6883-C3F7-4F13-60F41D8575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E69A71-0ADB-2667-BC41-6F0A365B07BF}"/>
              </a:ext>
            </a:extLst>
          </p:cNvPr>
          <p:cNvGraphicFramePr>
            <a:graphicFrameLocks noGrp="1"/>
          </p:cNvGraphicFramePr>
          <p:nvPr/>
        </p:nvGraphicFramePr>
        <p:xfrm>
          <a:off x="940278" y="1825626"/>
          <a:ext cx="9998016" cy="4546808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332672">
                  <a:extLst>
                    <a:ext uri="{9D8B030D-6E8A-4147-A177-3AD203B41FA5}">
                      <a16:colId xmlns:a16="http://schemas.microsoft.com/office/drawing/2014/main" val="2953080560"/>
                    </a:ext>
                  </a:extLst>
                </a:gridCol>
                <a:gridCol w="3332672">
                  <a:extLst>
                    <a:ext uri="{9D8B030D-6E8A-4147-A177-3AD203B41FA5}">
                      <a16:colId xmlns:a16="http://schemas.microsoft.com/office/drawing/2014/main" val="727135723"/>
                    </a:ext>
                  </a:extLst>
                </a:gridCol>
                <a:gridCol w="3332672">
                  <a:extLst>
                    <a:ext uri="{9D8B030D-6E8A-4147-A177-3AD203B41FA5}">
                      <a16:colId xmlns:a16="http://schemas.microsoft.com/office/drawing/2014/main" val="3321951234"/>
                    </a:ext>
                  </a:extLst>
                </a:gridCol>
              </a:tblGrid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/>
                        <a:t>Métrica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/>
                        <a:t>Distribución/comportamiento típico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b="1" dirty="0"/>
                        <a:t>¿Por qué no Normal?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642673306"/>
                  </a:ext>
                </a:extLst>
              </a:tr>
              <a:tr h="60825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Ingresos mensuales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Sesgada a la derecha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Hay muchas personas con ingresos medios/bajos y pocas con ingresos extremadamente altos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736144903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Patrimonio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Muy sesgada a la derecha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Un pequeño porcentaje concentra valores enormes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48164127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Número de hijos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Discreta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Solo puede tomar valores 0, 1, 2, 3...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784992696"/>
                  </a:ext>
                </a:extLst>
              </a:tr>
              <a:tr h="187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Número de accidentes por día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Poisson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Es un conteo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006980876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Número de tickets de soporte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Poisson / binomial negativa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Es un conteo y no puede ser negativo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437332163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Tiempo de espera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Exponencial / Gamma / Log-normal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No puede ser negativo y suele tener cola derecha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201912792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Tiempo para completar una tarea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Log-normal / Gamma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Algunos casos pueden tardar muchísimo más que el promedio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691374534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Ventas diarias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Log-normal / Gamma, etc.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Puede existir una fuerte cola hacia valores altos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47553003"/>
                  </a:ext>
                </a:extLst>
              </a:tr>
              <a:tr h="187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Número de defectos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Poisson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Es un conteo de eventos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2446930403"/>
                  </a:ext>
                </a:extLst>
              </a:tr>
              <a:tr h="187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Porcentaje de defectos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Binomial / Beta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Está limitado entre 0% y 100%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823840757"/>
                  </a:ext>
                </a:extLst>
              </a:tr>
              <a:tr h="3275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Número de visitas a una página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Poisson / Zipf / negativa binomial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Es un conteo y puede presentar valores extremos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675588743"/>
                  </a:ext>
                </a:extLst>
              </a:tr>
              <a:tr h="187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Número de llamadas recibidas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Poisson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Conteo de eventos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428751319"/>
                  </a:ext>
                </a:extLst>
              </a:tr>
              <a:tr h="1871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Tasa de abandono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/>
                        <a:t>Binomial / Beta</a:t>
                      </a:r>
                    </a:p>
                  </a:txBody>
                  <a:tcPr marL="46789" marR="46789" marT="23394" marB="233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200" dirty="0"/>
                        <a:t>Está limitada entre 0% y 100%</a:t>
                      </a:r>
                    </a:p>
                  </a:txBody>
                  <a:tcPr marL="46789" marR="46789" marT="23394" marB="23394" anchor="ctr"/>
                </a:tc>
                <a:extLst>
                  <a:ext uri="{0D108BD9-81ED-4DB2-BD59-A6C34878D82A}">
                    <a16:rowId xmlns:a16="http://schemas.microsoft.com/office/drawing/2014/main" val="13561502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93026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126B-2251-C3E0-39A3-AC92D749A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CE44D2-3733-B52C-33BA-42B3173F6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Probabilidad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31C55C9F-4F13-2ACC-EFA2-06F3D161E3C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DCD3136A-8A6A-0414-D954-31A1C1A95D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6CCBFB-FA7C-1D46-59B8-A3BEBE825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5491" y="2163056"/>
            <a:ext cx="8833629" cy="4416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174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54FF54-A411-AE39-B500-722C128CC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637867-75D4-E97C-F3AA-A8D5FE47F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Tablas para calcular área bajo la curva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748AB801-8EAF-DBC2-C4CB-9242D4D33B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5F1B5154-A5F9-614A-9C73-DE5ABCD508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5DF3B36-F67B-F806-DEC8-F74BB47B7C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53340" y="1504231"/>
            <a:ext cx="625974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2041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4F1E-1E82-1202-4194-9AB28C629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852A67-D204-F9D8-7308-8FF44DAD3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Teorema de límite central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A5808FA8-A4BD-9DC6-AD19-663B168F07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0A54F825-2216-6493-340E-70A6C3C4DF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C18E06-82B7-BBA6-96FC-691F92506C9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360" y="2220365"/>
            <a:ext cx="11679280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385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8CB4-4145-57B7-94B1-E2A5834B8A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7A70B02-1529-4EF1-EA26-A699629AD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278129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Estandarización (z-score)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68EEA599-F7C9-3792-D295-168D47C6E60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B24F3632-7061-360F-63D7-B15CD52EAE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CAF59-1F25-0F99-291A-A7B27B3FB75D}"/>
                  </a:ext>
                </a:extLst>
              </p:cNvPr>
              <p:cNvSpPr txBox="1"/>
              <p:nvPr/>
            </p:nvSpPr>
            <p:spPr>
              <a:xfrm>
                <a:off x="3046563" y="2276268"/>
                <a:ext cx="6098874" cy="147732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buNone/>
                </a:pPr>
                <a:r>
                  <a:rPr lang="es-MX" dirty="0">
                    <a:solidFill>
                      <a:schemeClr val="bg1"/>
                    </a:solidFill>
                  </a:rPr>
                  <a:t>La idea es tomar una variable que tiene: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𝑋</m:t>
                      </m:r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sepChr m:val=","/>
                          <m:ctrlP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𝜇</m:t>
                          </m:r>
                        </m:e>
                        <m:e>
                          <m:sSup>
                            <m:sSupPr>
                              <m:ctrlP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s-MX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p>
                              <m:r>
                                <a:rPr lang="es-MX" i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>
                  <a:buNone/>
                </a:pPr>
                <a:r>
                  <a:rPr lang="es-MX" dirty="0">
                    <a:solidFill>
                      <a:schemeClr val="bg1"/>
                    </a:solidFill>
                  </a:rPr>
                  <a:t>y transformarla en una nueva variable:</a:t>
                </a:r>
              </a:p>
              <a:p>
                <a:pPr>
                  <a:buNone/>
                </a:pPr>
                <a14:m>
                  <m:oMathPara xmlns:m="http://schemas.openxmlformats.org/officeDocument/2006/math">
                    <m:oMath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s-MX" i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∼</m:t>
                      </m:r>
                      <m:r>
                        <a:rPr lang="es-MX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𝑁</m:t>
                      </m:r>
                      <m:d>
                        <m:dPr>
                          <m:sepChr m:val=","/>
                          <m:ctrlP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  <m:e>
                          <m:r>
                            <a:rPr lang="es-MX" i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es-MX" dirty="0">
                  <a:solidFill>
                    <a:schemeClr val="bg1"/>
                  </a:solidFill>
                </a:endParaRPr>
              </a:p>
              <a:p>
                <a:pPr>
                  <a:buNone/>
                </a:pPr>
                <a:r>
                  <a:rPr lang="es-MX" dirty="0">
                    <a:solidFill>
                      <a:schemeClr val="bg1"/>
                    </a:solidFill>
                  </a:rPr>
                  <a:t>donde la nueva media es </a:t>
                </a:r>
                <a:r>
                  <a:rPr lang="es-MX" b="1" dirty="0">
                    <a:solidFill>
                      <a:schemeClr val="bg1"/>
                    </a:solidFill>
                  </a:rPr>
                  <a:t>0</a:t>
                </a:r>
                <a:r>
                  <a:rPr lang="es-MX" dirty="0">
                    <a:solidFill>
                      <a:schemeClr val="bg1"/>
                    </a:solidFill>
                  </a:rPr>
                  <a:t> y la desviación estándar es </a:t>
                </a:r>
                <a:r>
                  <a:rPr lang="es-MX" b="1" dirty="0">
                    <a:solidFill>
                      <a:schemeClr val="bg1"/>
                    </a:solidFill>
                  </a:rPr>
                  <a:t>1</a:t>
                </a:r>
                <a:r>
                  <a:rPr lang="es-MX" dirty="0">
                    <a:solidFill>
                      <a:schemeClr val="bg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FECAF59-1F25-0F99-291A-A7B27B3FB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6563" y="2276268"/>
                <a:ext cx="6098874" cy="1477328"/>
              </a:xfrm>
              <a:prstGeom prst="rect">
                <a:avLst/>
              </a:prstGeom>
              <a:blipFill>
                <a:blip r:embed="rId4"/>
                <a:stretch>
                  <a:fillRect l="-900" t="-2058" b="-5350"/>
                </a:stretch>
              </a:blipFill>
            </p:spPr>
            <p:txBody>
              <a:bodyPr/>
              <a:lstStyle/>
              <a:p>
                <a:r>
                  <a:rPr lang="es-MX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CF823EF5-2D02-7CBA-1165-87F18336BD95}"/>
              </a:ext>
            </a:extLst>
          </p:cNvPr>
          <p:cNvSpPr txBox="1"/>
          <p:nvPr/>
        </p:nvSpPr>
        <p:spPr>
          <a:xfrm>
            <a:off x="654350" y="4304584"/>
            <a:ext cx="948168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solidFill>
                  <a:schemeClr val="bg1"/>
                </a:solidFill>
              </a:rPr>
              <a:t>¿Para qué sirve?</a:t>
            </a:r>
          </a:p>
          <a:p>
            <a:pPr>
              <a:buNone/>
            </a:pPr>
            <a:r>
              <a:rPr lang="es-MX" dirty="0">
                <a:solidFill>
                  <a:schemeClr val="bg1"/>
                </a:solidFill>
              </a:rPr>
              <a:t>La gran ventaja es que ahora puedes </a:t>
            </a:r>
            <a:r>
              <a:rPr lang="es-MX" b="1" dirty="0">
                <a:solidFill>
                  <a:schemeClr val="bg1"/>
                </a:solidFill>
              </a:rPr>
              <a:t>comparar variables que originalmente están en escalas completamente diferentes</a:t>
            </a:r>
            <a:r>
              <a:rPr lang="es-MX" dirty="0">
                <a:solidFill>
                  <a:schemeClr val="bg1"/>
                </a:solidFill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3575F59F-8797-00B5-CB24-45786AF30773}"/>
              </a:ext>
            </a:extLst>
          </p:cNvPr>
          <p:cNvGraphicFramePr>
            <a:graphicFrameLocks noGrp="1"/>
          </p:cNvGraphicFramePr>
          <p:nvPr/>
        </p:nvGraphicFramePr>
        <p:xfrm>
          <a:off x="593725" y="1825625"/>
          <a:ext cx="10382252" cy="1828800"/>
        </p:xfrm>
        <a:graphic>
          <a:graphicData uri="http://schemas.openxmlformats.org/drawingml/2006/table">
            <a:tbl>
              <a:tblPr/>
              <a:tblGrid>
                <a:gridCol w="2595563">
                  <a:extLst>
                    <a:ext uri="{9D8B030D-6E8A-4147-A177-3AD203B41FA5}">
                      <a16:colId xmlns:a16="http://schemas.microsoft.com/office/drawing/2014/main" val="36311499"/>
                    </a:ext>
                  </a:extLst>
                </a:gridCol>
                <a:gridCol w="2595563">
                  <a:extLst>
                    <a:ext uri="{9D8B030D-6E8A-4147-A177-3AD203B41FA5}">
                      <a16:colId xmlns:a16="http://schemas.microsoft.com/office/drawing/2014/main" val="2092218896"/>
                    </a:ext>
                  </a:extLst>
                </a:gridCol>
                <a:gridCol w="2595563">
                  <a:extLst>
                    <a:ext uri="{9D8B030D-6E8A-4147-A177-3AD203B41FA5}">
                      <a16:colId xmlns:a16="http://schemas.microsoft.com/office/drawing/2014/main" val="115215362"/>
                    </a:ext>
                  </a:extLst>
                </a:gridCol>
                <a:gridCol w="2595563">
                  <a:extLst>
                    <a:ext uri="{9D8B030D-6E8A-4147-A177-3AD203B41FA5}">
                      <a16:colId xmlns:a16="http://schemas.microsoft.com/office/drawing/2014/main" val="17103555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Media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Desv. estándar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Persona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44571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Altura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170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7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184 cm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61507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Peso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70 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10 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90 kg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472176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IQ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130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42963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Examen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75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87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6669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02222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8E26F-9025-3B94-53E2-7989C5024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8B3398-9466-581A-ADDF-D5741A150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92" y="-121654"/>
            <a:ext cx="9778365" cy="1494596"/>
          </a:xfrm>
        </p:spPr>
        <p:txBody>
          <a:bodyPr rtlCol="0"/>
          <a:lstStyle>
            <a:defPPr>
              <a:defRPr lang="es-ES"/>
            </a:defPPr>
          </a:lstStyle>
          <a:p>
            <a:pPr rtl="0"/>
            <a:r>
              <a:rPr lang="es-ES" dirty="0"/>
              <a:t>Estandarización (z-score)</a:t>
            </a:r>
          </a:p>
        </p:txBody>
      </p:sp>
      <p:pic>
        <p:nvPicPr>
          <p:cNvPr id="4" name="Graphic 3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8D44F644-A490-1BAF-AF86-7DCA571096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pic>
        <p:nvPicPr>
          <p:cNvPr id="7" name="Graphic 6" descr="{\displaystyle f(x)={\frac {1}{\sqrt {2\pi \sigma ^{2}}}}e^{-{\frac {(x-\mu )^{2}}{2\sigma ^{2}}}}}">
            <a:extLst>
              <a:ext uri="{FF2B5EF4-FFF2-40B4-BE49-F238E27FC236}">
                <a16:creationId xmlns:a16="http://schemas.microsoft.com/office/drawing/2014/main" id="{CD64EDEE-FEE3-E6F2-857A-A5FBB8F17B9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38775" y="3224212"/>
            <a:ext cx="1314450" cy="409575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DE47437-1877-DA13-D046-F2A8AEC322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7738719"/>
              </p:ext>
            </p:extLst>
          </p:nvPr>
        </p:nvGraphicFramePr>
        <p:xfrm>
          <a:off x="406236" y="2568105"/>
          <a:ext cx="10382248" cy="1828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2595562">
                  <a:extLst>
                    <a:ext uri="{9D8B030D-6E8A-4147-A177-3AD203B41FA5}">
                      <a16:colId xmlns:a16="http://schemas.microsoft.com/office/drawing/2014/main" val="3265725425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842551375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3635871592"/>
                    </a:ext>
                  </a:extLst>
                </a:gridCol>
                <a:gridCol w="2595562">
                  <a:extLst>
                    <a:ext uri="{9D8B030D-6E8A-4147-A177-3AD203B41FA5}">
                      <a16:colId xmlns:a16="http://schemas.microsoft.com/office/drawing/2014/main" val="16697257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Media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Desv. estándar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Persona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990527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Altura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170 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7 cm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184 cm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0492026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Peso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70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10 kg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90 kg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2246826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IQ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130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78394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Examen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sz="1800" dirty="0"/>
                        <a:t>87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015467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D405585-0931-04C2-3C91-918A1B7D8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21634733"/>
              </p:ext>
            </p:extLst>
          </p:nvPr>
        </p:nvGraphicFramePr>
        <p:xfrm>
          <a:off x="549592" y="4859223"/>
          <a:ext cx="10382250" cy="1828800"/>
        </p:xfrm>
        <a:graphic>
          <a:graphicData uri="http://schemas.openxmlformats.org/drawingml/2006/table">
            <a:tbl>
              <a:tblPr>
                <a:tableStyleId>{8A107856-5554-42FB-B03E-39F5DBC370BA}</a:tableStyleId>
              </a:tblPr>
              <a:tblGrid>
                <a:gridCol w="3460750">
                  <a:extLst>
                    <a:ext uri="{9D8B030D-6E8A-4147-A177-3AD203B41FA5}">
                      <a16:colId xmlns:a16="http://schemas.microsoft.com/office/drawing/2014/main" val="4019099148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2587261466"/>
                    </a:ext>
                  </a:extLst>
                </a:gridCol>
                <a:gridCol w="3460750">
                  <a:extLst>
                    <a:ext uri="{9D8B030D-6E8A-4147-A177-3AD203B41FA5}">
                      <a16:colId xmlns:a16="http://schemas.microsoft.com/office/drawing/2014/main" val="75846425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Valor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Z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54031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Altura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7178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Peso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42695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IQ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130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2.00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41749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Examen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/>
                        <a:t>87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MX" dirty="0"/>
                        <a:t>1.5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221353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407F742-300A-5CF3-E3D2-54BCC0988023}"/>
              </a:ext>
            </a:extLst>
          </p:cNvPr>
          <p:cNvSpPr txBox="1"/>
          <p:nvPr/>
        </p:nvSpPr>
        <p:spPr>
          <a:xfrm>
            <a:off x="3355759" y="1608058"/>
            <a:ext cx="1070094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s-MX" b="1" dirty="0">
                <a:solidFill>
                  <a:schemeClr val="bg1"/>
                </a:solidFill>
              </a:rPr>
              <a:t>¿Por qué es tan poderosa esta transformación?</a:t>
            </a:r>
          </a:p>
          <a:p>
            <a:pPr>
              <a:buNone/>
            </a:pPr>
            <a:r>
              <a:rPr lang="es-MX" dirty="0">
                <a:solidFill>
                  <a:schemeClr val="bg1"/>
                </a:solidFill>
              </a:rPr>
              <a:t>Imagina que tienes estas variables:</a:t>
            </a:r>
          </a:p>
          <a:p>
            <a:pPr>
              <a:buNone/>
            </a:pPr>
            <a:r>
              <a:rPr lang="es-MX" dirty="0">
                <a:solidFill>
                  <a:schemeClr val="bg1"/>
                </a:solidFill>
              </a:rPr>
              <a:t>Los valores originales </a:t>
            </a:r>
            <a:r>
              <a:rPr lang="es-MX" b="1" dirty="0">
                <a:solidFill>
                  <a:schemeClr val="bg1"/>
                </a:solidFill>
              </a:rPr>
              <a:t>no son comparables directamente</a:t>
            </a:r>
            <a:r>
              <a:rPr lang="es-MX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6716C1-0788-E808-3B02-AF9739E574A7}"/>
              </a:ext>
            </a:extLst>
          </p:cNvPr>
          <p:cNvSpPr txBox="1"/>
          <p:nvPr/>
        </p:nvSpPr>
        <p:spPr>
          <a:xfrm>
            <a:off x="3547830" y="4396905"/>
            <a:ext cx="37818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Pero después de estandarizar:</a:t>
            </a:r>
          </a:p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36018227"/>
      </p:ext>
    </p:extLst>
  </p:cSld>
  <p:clrMapOvr>
    <a:masterClrMapping/>
  </p:clrMapOvr>
</p:sld>
</file>

<file path=ppt/theme/theme1.xml><?xml version="1.0" encoding="utf-8"?>
<a:theme xmlns:a="http://schemas.openxmlformats.org/drawingml/2006/main" name="Personalizar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175">
      <a:majorFont>
        <a:latin typeface="Franklin Gothic Demi"/>
        <a:ea typeface=""/>
        <a:cs typeface=""/>
      </a:majorFont>
      <a:minorFont>
        <a:latin typeface="Franklin Gothic Boo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72332797_TF78853419_Win32" id="{89881BBC-4720-4DBD-B653-230ED84EDDDD}" vid="{D5D0700E-9D65-401B-B37B-B3D39C01EE2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2DB9E12-8AC3-4138-BF4D-720A5525AB1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4B194E-8B30-4377-8C59-ECFB902D2A26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{6C5175C8-E9BD-4129-B530-9987B5DA81F8}TFd3b75063-ff25-434d-b12c-efeaf07d16c3e7f35a69_win32-0d75b5563924</Template>
  <TotalTime>181</TotalTime>
  <Words>778</Words>
  <Application>Microsoft Office PowerPoint</Application>
  <PresentationFormat>Widescreen</PresentationFormat>
  <Paragraphs>197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Cambria Math</vt:lpstr>
      <vt:lpstr>Franklin Gothic Book</vt:lpstr>
      <vt:lpstr>Franklin Gothic Demi</vt:lpstr>
      <vt:lpstr>Personalizar</vt:lpstr>
      <vt:lpstr>Distribución Normal</vt:lpstr>
      <vt:lpstr>Forma</vt:lpstr>
      <vt:lpstr>Características</vt:lpstr>
      <vt:lpstr>Parámetros</vt:lpstr>
      <vt:lpstr>Ejemplos de distribuciones normales</vt:lpstr>
      <vt:lpstr>Características de distribuciones NO normales</vt:lpstr>
      <vt:lpstr>Ejemplos de distribuciones NO normales</vt:lpstr>
      <vt:lpstr>Probabilidad</vt:lpstr>
      <vt:lpstr>Tablas para calcular área bajo la curva</vt:lpstr>
      <vt:lpstr>Teorema de límite central</vt:lpstr>
      <vt:lpstr>Estandarización (z-score)</vt:lpstr>
      <vt:lpstr>Estandarización (z-score)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ROBLES GOMEZ, JUAN JOSE</dc:creator>
  <cp:lastModifiedBy>ROBLES GOMEZ, JUAN JOSE</cp:lastModifiedBy>
  <cp:revision>1</cp:revision>
  <dcterms:created xsi:type="dcterms:W3CDTF">2026-10-06T21:12:38Z</dcterms:created>
  <dcterms:modified xsi:type="dcterms:W3CDTF">2026-10-07T00:14:00Z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